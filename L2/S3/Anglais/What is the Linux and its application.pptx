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  <p:sldId id="258" r:id="rId4"/>
    <p:sldId id="262" r:id="rId5"/>
    <p:sldId id="259" r:id="rId6"/>
    <p:sldId id="263" r:id="rId7"/>
    <p:sldId id="264" r:id="rId8"/>
    <p:sldId id="265" r:id="rId9"/>
    <p:sldId id="260" r:id="rId10"/>
    <p:sldId id="266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E3F4A-0520-CB40-7762-5BC548F63F54}" v="13" dt="2025-11-25T23:01:02.505"/>
    <p1510:client id="{06960EE1-EE8B-4AFB-AE06-9569C149859A}" v="27" dt="2025-11-26T07:17:53.651"/>
    <p1510:client id="{9F6FD774-A52C-F132-D508-DD22EE571FB2}" v="557" dt="2025-11-25T22:56:39.824"/>
    <p1510:client id="{C943E7B6-32B7-F29C-6ADE-9FC16DCDEC1E}" v="67" dt="2025-11-25T13:04:34.363"/>
    <p1510:client id="{EF26B69E-802A-4015-B88F-EDF98E4AEEFA}" v="140" dt="2025-11-25T21:37:47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zad RASHIDI" userId="S::farzad.rashidi@etu.u-paris.fr::87fda299-6158-4504-a2d0-574b783e30b3" providerId="AD" clId="Web-{C943E7B6-32B7-F29C-6ADE-9FC16DCDEC1E}"/>
    <pc:docChg chg="modSld">
      <pc:chgData name="Farzad RASHIDI" userId="S::farzad.rashidi@etu.u-paris.fr::87fda299-6158-4504-a2d0-574b783e30b3" providerId="AD" clId="Web-{C943E7B6-32B7-F29C-6ADE-9FC16DCDEC1E}" dt="2025-11-25T13:04:34.363" v="42" actId="20577"/>
      <pc:docMkLst>
        <pc:docMk/>
      </pc:docMkLst>
      <pc:sldChg chg="modSp">
        <pc:chgData name="Farzad RASHIDI" userId="S::farzad.rashidi@etu.u-paris.fr::87fda299-6158-4504-a2d0-574b783e30b3" providerId="AD" clId="Web-{C943E7B6-32B7-F29C-6ADE-9FC16DCDEC1E}" dt="2025-11-25T13:01:57.545" v="29" actId="20577"/>
        <pc:sldMkLst>
          <pc:docMk/>
          <pc:sldMk cId="3788346937" sldId="258"/>
        </pc:sldMkLst>
        <pc:spChg chg="mod">
          <ac:chgData name="Farzad RASHIDI" userId="S::farzad.rashidi@etu.u-paris.fr::87fda299-6158-4504-a2d0-574b783e30b3" providerId="AD" clId="Web-{C943E7B6-32B7-F29C-6ADE-9FC16DCDEC1E}" dt="2025-11-25T13:01:57.545" v="29" actId="20577"/>
          <ac:spMkLst>
            <pc:docMk/>
            <pc:sldMk cId="3788346937" sldId="258"/>
            <ac:spMk id="6" creationId="{C571D1A5-E4EA-926C-C188-63D297CF86EA}"/>
          </ac:spMkLst>
        </pc:spChg>
      </pc:sldChg>
      <pc:sldChg chg="modSp">
        <pc:chgData name="Farzad RASHIDI" userId="S::farzad.rashidi@etu.u-paris.fr::87fda299-6158-4504-a2d0-574b783e30b3" providerId="AD" clId="Web-{C943E7B6-32B7-F29C-6ADE-9FC16DCDEC1E}" dt="2025-11-25T12:58:33.628" v="0" actId="1076"/>
        <pc:sldMkLst>
          <pc:docMk/>
          <pc:sldMk cId="3404891844" sldId="261"/>
        </pc:sldMkLst>
        <pc:spChg chg="mod">
          <ac:chgData name="Farzad RASHIDI" userId="S::farzad.rashidi@etu.u-paris.fr::87fda299-6158-4504-a2d0-574b783e30b3" providerId="AD" clId="Web-{C943E7B6-32B7-F29C-6ADE-9FC16DCDEC1E}" dt="2025-11-25T12:58:33.628" v="0" actId="1076"/>
          <ac:spMkLst>
            <pc:docMk/>
            <pc:sldMk cId="3404891844" sldId="261"/>
            <ac:spMk id="5" creationId="{631CBE3D-47E5-C5E0-D35D-751720D10A4B}"/>
          </ac:spMkLst>
        </pc:spChg>
      </pc:sldChg>
      <pc:sldChg chg="modSp">
        <pc:chgData name="Farzad RASHIDI" userId="S::farzad.rashidi@etu.u-paris.fr::87fda299-6158-4504-a2d0-574b783e30b3" providerId="AD" clId="Web-{C943E7B6-32B7-F29C-6ADE-9FC16DCDEC1E}" dt="2025-11-25T13:04:34.363" v="42" actId="20577"/>
        <pc:sldMkLst>
          <pc:docMk/>
          <pc:sldMk cId="3247545020" sldId="266"/>
        </pc:sldMkLst>
        <pc:spChg chg="mod">
          <ac:chgData name="Farzad RASHIDI" userId="S::farzad.rashidi@etu.u-paris.fr::87fda299-6158-4504-a2d0-574b783e30b3" providerId="AD" clId="Web-{C943E7B6-32B7-F29C-6ADE-9FC16DCDEC1E}" dt="2025-11-25T13:04:34.363" v="42" actId="20577"/>
          <ac:spMkLst>
            <pc:docMk/>
            <pc:sldMk cId="3247545020" sldId="266"/>
            <ac:spMk id="3" creationId="{C45110A9-C146-4565-AE60-8422C605BA77}"/>
          </ac:spMkLst>
        </pc:spChg>
      </pc:sldChg>
    </pc:docChg>
  </pc:docChgLst>
  <pc:docChgLst>
    <pc:chgData name="Laurent CAI" userId="b2efddad-1053-42d2-9155-697ddb27d6f3" providerId="ADAL" clId="{DBC85DFD-DF07-4EC7-A358-611FF342E79D}"/>
    <pc:docChg chg="undo redo custSel addSld delSld modSld">
      <pc:chgData name="Laurent CAI" userId="b2efddad-1053-42d2-9155-697ddb27d6f3" providerId="ADAL" clId="{DBC85DFD-DF07-4EC7-A358-611FF342E79D}" dt="2025-11-25T21:37:47.235" v="885"/>
      <pc:docMkLst>
        <pc:docMk/>
      </pc:docMkLst>
      <pc:sldChg chg="modSp mod modTransition setBg">
        <pc:chgData name="Laurent CAI" userId="b2efddad-1053-42d2-9155-697ddb27d6f3" providerId="ADAL" clId="{DBC85DFD-DF07-4EC7-A358-611FF342E79D}" dt="2025-11-25T19:56:14.696" v="681"/>
        <pc:sldMkLst>
          <pc:docMk/>
          <pc:sldMk cId="3788346937" sldId="258"/>
        </pc:sldMkLst>
      </pc:sldChg>
      <pc:sldChg chg="addSp delSp modSp mod modTransition setBg modClrScheme addAnim delAnim modAnim chgLayout">
        <pc:chgData name="Laurent CAI" userId="b2efddad-1053-42d2-9155-697ddb27d6f3" providerId="ADAL" clId="{DBC85DFD-DF07-4EC7-A358-611FF342E79D}" dt="2025-11-25T19:56:44.600" v="686"/>
        <pc:sldMkLst>
          <pc:docMk/>
          <pc:sldMk cId="1313216233" sldId="259"/>
        </pc:sldMkLst>
        <pc:spChg chg="mod ord">
          <ac:chgData name="Laurent CAI" userId="b2efddad-1053-42d2-9155-697ddb27d6f3" providerId="ADAL" clId="{DBC85DFD-DF07-4EC7-A358-611FF342E79D}" dt="2025-11-18T19:31:49.120" v="497" actId="1076"/>
          <ac:spMkLst>
            <pc:docMk/>
            <pc:sldMk cId="1313216233" sldId="259"/>
            <ac:spMk id="2" creationId="{4BC5D195-E411-55B7-078C-12857F4E3966}"/>
          </ac:spMkLst>
        </pc:spChg>
        <pc:spChg chg="add del mod ord">
          <ac:chgData name="Laurent CAI" userId="b2efddad-1053-42d2-9155-697ddb27d6f3" providerId="ADAL" clId="{DBC85DFD-DF07-4EC7-A358-611FF342E79D}" dt="2025-11-25T19:51:45.430" v="648" actId="1076"/>
          <ac:spMkLst>
            <pc:docMk/>
            <pc:sldMk cId="1313216233" sldId="259"/>
            <ac:spMk id="4" creationId="{4B95E2D1-4FC1-D312-9914-303A7B4F11AB}"/>
          </ac:spMkLst>
        </pc:spChg>
        <pc:spChg chg="add del mod ord">
          <ac:chgData name="Laurent CAI" userId="b2efddad-1053-42d2-9155-697ddb27d6f3" providerId="ADAL" clId="{DBC85DFD-DF07-4EC7-A358-611FF342E79D}" dt="2025-11-25T19:49:01.471" v="632" actId="1076"/>
          <ac:spMkLst>
            <pc:docMk/>
            <pc:sldMk cId="1313216233" sldId="259"/>
            <ac:spMk id="6" creationId="{F2BB82F8-0C20-FBF1-83C1-C4C42CBF208B}"/>
          </ac:spMkLst>
        </pc:spChg>
        <pc:spChg chg="add mod">
          <ac:chgData name="Laurent CAI" userId="b2efddad-1053-42d2-9155-697ddb27d6f3" providerId="ADAL" clId="{DBC85DFD-DF07-4EC7-A358-611FF342E79D}" dt="2025-11-18T19:27:35.729" v="428"/>
          <ac:spMkLst>
            <pc:docMk/>
            <pc:sldMk cId="1313216233" sldId="259"/>
            <ac:spMk id="15" creationId="{CA4243DB-30F2-A4C9-00C3-94EEE18505A3}"/>
          </ac:spMkLst>
        </pc:spChg>
        <pc:spChg chg="add mod">
          <ac:chgData name="Laurent CAI" userId="b2efddad-1053-42d2-9155-697ddb27d6f3" providerId="ADAL" clId="{DBC85DFD-DF07-4EC7-A358-611FF342E79D}" dt="2025-11-18T19:33:25.905" v="517" actId="20577"/>
          <ac:spMkLst>
            <pc:docMk/>
            <pc:sldMk cId="1313216233" sldId="259"/>
            <ac:spMk id="28" creationId="{CB608DF5-ABEF-FDDD-B114-F0B97F0B57D4}"/>
          </ac:spMkLst>
        </pc:spChg>
        <pc:picChg chg="add del mod">
          <ac:chgData name="Laurent CAI" userId="b2efddad-1053-42d2-9155-697ddb27d6f3" providerId="ADAL" clId="{DBC85DFD-DF07-4EC7-A358-611FF342E79D}" dt="2025-11-18T19:30:42.984" v="477" actId="478"/>
          <ac:picMkLst>
            <pc:docMk/>
            <pc:sldMk cId="1313216233" sldId="259"/>
            <ac:picMk id="21" creationId="{8FA4CA8A-F4D7-CFCA-80AD-6E99A8D5085F}"/>
          </ac:picMkLst>
        </pc:picChg>
        <pc:picChg chg="add mod">
          <ac:chgData name="Laurent CAI" userId="b2efddad-1053-42d2-9155-697ddb27d6f3" providerId="ADAL" clId="{DBC85DFD-DF07-4EC7-A358-611FF342E79D}" dt="2025-11-18T19:38:39.774" v="520" actId="1076"/>
          <ac:picMkLst>
            <pc:docMk/>
            <pc:sldMk cId="1313216233" sldId="259"/>
            <ac:picMk id="29" creationId="{76CD8C7A-B06B-55E4-E3D0-4C8EAE9AD38D}"/>
          </ac:picMkLst>
        </pc:picChg>
        <pc:picChg chg="add mod">
          <ac:chgData name="Laurent CAI" userId="b2efddad-1053-42d2-9155-697ddb27d6f3" providerId="ADAL" clId="{DBC85DFD-DF07-4EC7-A358-611FF342E79D}" dt="2025-11-18T19:40:09.287" v="524" actId="962"/>
          <ac:picMkLst>
            <pc:docMk/>
            <pc:sldMk cId="1313216233" sldId="259"/>
            <ac:picMk id="31" creationId="{D8699617-121A-1CB4-18A4-E9D4D89B7E16}"/>
          </ac:picMkLst>
        </pc:picChg>
        <pc:picChg chg="add mod">
          <ac:chgData name="Laurent CAI" userId="b2efddad-1053-42d2-9155-697ddb27d6f3" providerId="ADAL" clId="{DBC85DFD-DF07-4EC7-A358-611FF342E79D}" dt="2025-11-18T19:41:49.291" v="527" actId="1076"/>
          <ac:picMkLst>
            <pc:docMk/>
            <pc:sldMk cId="1313216233" sldId="259"/>
            <ac:picMk id="33" creationId="{D19098F5-885F-C8C9-2036-CD4F4FF87176}"/>
          </ac:picMkLst>
        </pc:picChg>
      </pc:sldChg>
      <pc:sldChg chg="addSp modSp mod modTransition">
        <pc:chgData name="Laurent CAI" userId="b2efddad-1053-42d2-9155-697ddb27d6f3" providerId="ADAL" clId="{DBC85DFD-DF07-4EC7-A358-611FF342E79D}" dt="2025-11-25T19:58:21.290" v="702" actId="1076"/>
        <pc:sldMkLst>
          <pc:docMk/>
          <pc:sldMk cId="762395273" sldId="260"/>
        </pc:sldMkLst>
        <pc:spChg chg="mod">
          <ac:chgData name="Laurent CAI" userId="b2efddad-1053-42d2-9155-697ddb27d6f3" providerId="ADAL" clId="{DBC85DFD-DF07-4EC7-A358-611FF342E79D}" dt="2025-11-25T19:57:23.350" v="691" actId="27636"/>
          <ac:spMkLst>
            <pc:docMk/>
            <pc:sldMk cId="762395273" sldId="260"/>
            <ac:spMk id="2" creationId="{39668FAC-42F6-02C5-DC7D-B4393AE506C7}"/>
          </ac:spMkLst>
        </pc:spChg>
        <pc:spChg chg="add mod">
          <ac:chgData name="Laurent CAI" userId="b2efddad-1053-42d2-9155-697ddb27d6f3" providerId="ADAL" clId="{DBC85DFD-DF07-4EC7-A358-611FF342E79D}" dt="2025-11-25T19:58:08.565" v="699" actId="14100"/>
          <ac:spMkLst>
            <pc:docMk/>
            <pc:sldMk cId="762395273" sldId="260"/>
            <ac:spMk id="4" creationId="{0A4441CD-67FC-BDBF-5888-1952CBDD8BC5}"/>
          </ac:spMkLst>
        </pc:spChg>
        <pc:spChg chg="mod">
          <ac:chgData name="Laurent CAI" userId="b2efddad-1053-42d2-9155-697ddb27d6f3" providerId="ADAL" clId="{DBC85DFD-DF07-4EC7-A358-611FF342E79D}" dt="2025-11-25T19:58:21.290" v="702" actId="1076"/>
          <ac:spMkLst>
            <pc:docMk/>
            <pc:sldMk cId="762395273" sldId="260"/>
            <ac:spMk id="5" creationId="{23E9A04D-E703-8704-ACB9-B51FF3436613}"/>
          </ac:spMkLst>
        </pc:spChg>
      </pc:sldChg>
      <pc:sldChg chg="addSp modSp new mod modTransition setBg">
        <pc:chgData name="Laurent CAI" userId="b2efddad-1053-42d2-9155-697ddb27d6f3" providerId="ADAL" clId="{DBC85DFD-DF07-4EC7-A358-611FF342E79D}" dt="2025-11-25T19:57:39.427" v="693" actId="14100"/>
        <pc:sldMkLst>
          <pc:docMk/>
          <pc:sldMk cId="3404891844" sldId="261"/>
        </pc:sldMkLst>
        <pc:spChg chg="mod">
          <ac:chgData name="Laurent CAI" userId="b2efddad-1053-42d2-9155-697ddb27d6f3" providerId="ADAL" clId="{DBC85DFD-DF07-4EC7-A358-611FF342E79D}" dt="2025-11-25T19:57:39.427" v="693" actId="14100"/>
          <ac:spMkLst>
            <pc:docMk/>
            <pc:sldMk cId="3404891844" sldId="261"/>
            <ac:spMk id="5" creationId="{631CBE3D-47E5-C5E0-D35D-751720D10A4B}"/>
          </ac:spMkLst>
        </pc:spChg>
        <pc:picChg chg="add mod">
          <ac:chgData name="Laurent CAI" userId="b2efddad-1053-42d2-9155-697ddb27d6f3" providerId="ADAL" clId="{DBC85DFD-DF07-4EC7-A358-611FF342E79D}" dt="2025-11-18T19:42:57.800" v="535" actId="1076"/>
          <ac:picMkLst>
            <pc:docMk/>
            <pc:sldMk cId="3404891844" sldId="261"/>
            <ac:picMk id="6" creationId="{6FD2CB90-4715-0A54-7044-07369F463B6A}"/>
          </ac:picMkLst>
        </pc:picChg>
      </pc:sldChg>
      <pc:sldChg chg="modSp new mod modTransition setBg">
        <pc:chgData name="Laurent CAI" userId="b2efddad-1053-42d2-9155-697ddb27d6f3" providerId="ADAL" clId="{DBC85DFD-DF07-4EC7-A358-611FF342E79D}" dt="2025-11-25T19:56:32.196" v="684"/>
        <pc:sldMkLst>
          <pc:docMk/>
          <pc:sldMk cId="649867495" sldId="262"/>
        </pc:sldMkLst>
      </pc:sldChg>
      <pc:sldChg chg="addSp modSp new mod modTransition setBg">
        <pc:chgData name="Laurent CAI" userId="b2efddad-1053-42d2-9155-697ddb27d6f3" providerId="ADAL" clId="{DBC85DFD-DF07-4EC7-A358-611FF342E79D}" dt="2025-11-25T20:01:18.360" v="732"/>
        <pc:sldMkLst>
          <pc:docMk/>
          <pc:sldMk cId="2901158763" sldId="263"/>
        </pc:sldMkLst>
      </pc:sldChg>
      <pc:sldChg chg="modSp new mod modTransition setBg">
        <pc:chgData name="Laurent CAI" userId="b2efddad-1053-42d2-9155-697ddb27d6f3" providerId="ADAL" clId="{DBC85DFD-DF07-4EC7-A358-611FF342E79D}" dt="2025-11-25T21:37:47.235" v="885"/>
        <pc:sldMkLst>
          <pc:docMk/>
          <pc:sldMk cId="587153621" sldId="264"/>
        </pc:sldMkLst>
        <pc:spChg chg="mod">
          <ac:chgData name="Laurent CAI" userId="b2efddad-1053-42d2-9155-697ddb27d6f3" providerId="ADAL" clId="{DBC85DFD-DF07-4EC7-A358-611FF342E79D}" dt="2025-11-25T19:54:44.586" v="667" actId="207"/>
          <ac:spMkLst>
            <pc:docMk/>
            <pc:sldMk cId="587153621" sldId="264"/>
            <ac:spMk id="2" creationId="{72463F65-B6E6-36A3-FC38-4ACD21E149B8}"/>
          </ac:spMkLst>
        </pc:spChg>
      </pc:sldChg>
      <pc:sldChg chg="addSp delSp modSp new mod modTransition setBg modAnim">
        <pc:chgData name="Laurent CAI" userId="b2efddad-1053-42d2-9155-697ddb27d6f3" providerId="ADAL" clId="{DBC85DFD-DF07-4EC7-A358-611FF342E79D}" dt="2025-11-25T21:36:28.946" v="878"/>
        <pc:sldMkLst>
          <pc:docMk/>
          <pc:sldMk cId="2682463697" sldId="265"/>
        </pc:sldMkLst>
        <pc:spChg chg="mod">
          <ac:chgData name="Laurent CAI" userId="b2efddad-1053-42d2-9155-697ddb27d6f3" providerId="ADAL" clId="{DBC85DFD-DF07-4EC7-A358-611FF342E79D}" dt="2025-11-25T19:53:26.420" v="653" actId="207"/>
          <ac:spMkLst>
            <pc:docMk/>
            <pc:sldMk cId="2682463697" sldId="265"/>
            <ac:spMk id="2" creationId="{EC4860A3-BD00-C654-02B6-EDC33BFEA793}"/>
          </ac:spMkLst>
        </pc:spChg>
        <pc:spChg chg="add del mod">
          <ac:chgData name="Laurent CAI" userId="b2efddad-1053-42d2-9155-697ddb27d6f3" providerId="ADAL" clId="{DBC85DFD-DF07-4EC7-A358-611FF342E79D}" dt="2025-11-25T21:33:15.603" v="832" actId="478"/>
          <ac:spMkLst>
            <pc:docMk/>
            <pc:sldMk cId="2682463697" sldId="265"/>
            <ac:spMk id="8" creationId="{570455AB-B0BB-76AF-27EF-37B699067CD1}"/>
          </ac:spMkLst>
        </pc:spChg>
        <pc:spChg chg="add del mod">
          <ac:chgData name="Laurent CAI" userId="b2efddad-1053-42d2-9155-697ddb27d6f3" providerId="ADAL" clId="{DBC85DFD-DF07-4EC7-A358-611FF342E79D}" dt="2025-11-25T21:33:25.278" v="836" actId="478"/>
          <ac:spMkLst>
            <pc:docMk/>
            <pc:sldMk cId="2682463697" sldId="265"/>
            <ac:spMk id="10" creationId="{7B53A2EF-31D3-65BA-2F01-CFC994FF389E}"/>
          </ac:spMkLst>
        </pc:spChg>
        <pc:spChg chg="add del mod">
          <ac:chgData name="Laurent CAI" userId="b2efddad-1053-42d2-9155-697ddb27d6f3" providerId="ADAL" clId="{DBC85DFD-DF07-4EC7-A358-611FF342E79D}" dt="2025-11-25T21:35:51.858" v="866"/>
          <ac:spMkLst>
            <pc:docMk/>
            <pc:sldMk cId="2682463697" sldId="265"/>
            <ac:spMk id="12" creationId="{C5D72DD6-8DA1-430F-72F6-FA8AAB7BF5E9}"/>
          </ac:spMkLst>
        </pc:spChg>
        <pc:picChg chg="add mod">
          <ac:chgData name="Laurent CAI" userId="b2efddad-1053-42d2-9155-697ddb27d6f3" providerId="ADAL" clId="{DBC85DFD-DF07-4EC7-A358-611FF342E79D}" dt="2025-11-18T19:44:03.973" v="538" actId="1076"/>
          <ac:picMkLst>
            <pc:docMk/>
            <pc:sldMk cId="2682463697" sldId="265"/>
            <ac:picMk id="4" creationId="{7ECCE940-5106-911F-6744-08D28EA7A63A}"/>
          </ac:picMkLst>
        </pc:picChg>
        <pc:picChg chg="add mod">
          <ac:chgData name="Laurent CAI" userId="b2efddad-1053-42d2-9155-697ddb27d6f3" providerId="ADAL" clId="{DBC85DFD-DF07-4EC7-A358-611FF342E79D}" dt="2025-11-25T21:33:19.935" v="833" actId="1076"/>
          <ac:picMkLst>
            <pc:docMk/>
            <pc:sldMk cId="2682463697" sldId="265"/>
            <ac:picMk id="5" creationId="{BB1F38B6-A1A6-93C0-9294-3CC656EC8E50}"/>
          </ac:picMkLst>
        </pc:picChg>
        <pc:picChg chg="add mod">
          <ac:chgData name="Laurent CAI" userId="b2efddad-1053-42d2-9155-697ddb27d6f3" providerId="ADAL" clId="{DBC85DFD-DF07-4EC7-A358-611FF342E79D}" dt="2025-11-18T19:44:19.210" v="542" actId="1076"/>
          <ac:picMkLst>
            <pc:docMk/>
            <pc:sldMk cId="2682463697" sldId="265"/>
            <ac:picMk id="6" creationId="{BABC4A6C-7D2F-A198-94BE-5DA6192E4772}"/>
          </ac:picMkLst>
        </pc:picChg>
        <pc:picChg chg="add mod">
          <ac:chgData name="Laurent CAI" userId="b2efddad-1053-42d2-9155-697ddb27d6f3" providerId="ADAL" clId="{DBC85DFD-DF07-4EC7-A358-611FF342E79D}" dt="2025-11-25T21:33:28.710" v="837" actId="1076"/>
          <ac:picMkLst>
            <pc:docMk/>
            <pc:sldMk cId="2682463697" sldId="265"/>
            <ac:picMk id="7" creationId="{6BAB5014-339A-74A5-56CF-16529175D561}"/>
          </ac:picMkLst>
        </pc:picChg>
        <pc:picChg chg="add mod">
          <ac:chgData name="Laurent CAI" userId="b2efddad-1053-42d2-9155-697ddb27d6f3" providerId="ADAL" clId="{DBC85DFD-DF07-4EC7-A358-611FF342E79D}" dt="2025-11-25T21:34:43.540" v="848" actId="1076"/>
          <ac:picMkLst>
            <pc:docMk/>
            <pc:sldMk cId="2682463697" sldId="265"/>
            <ac:picMk id="11" creationId="{C1480067-3E9F-4887-F1C2-8B1807007035}"/>
          </ac:picMkLst>
        </pc:picChg>
        <pc:picChg chg="add mod">
          <ac:chgData name="Laurent CAI" userId="b2efddad-1053-42d2-9155-697ddb27d6f3" providerId="ADAL" clId="{DBC85DFD-DF07-4EC7-A358-611FF342E79D}" dt="2025-11-25T21:36:02.210" v="872" actId="1076"/>
          <ac:picMkLst>
            <pc:docMk/>
            <pc:sldMk cId="2682463697" sldId="265"/>
            <ac:picMk id="14" creationId="{5AC9E862-CAB2-9748-A97E-0F56F6CFE636}"/>
          </ac:picMkLst>
        </pc:picChg>
      </pc:sldChg>
      <pc:sldChg chg="modSp mod modTransition">
        <pc:chgData name="Laurent CAI" userId="b2efddad-1053-42d2-9155-697ddb27d6f3" providerId="ADAL" clId="{DBC85DFD-DF07-4EC7-A358-611FF342E79D}" dt="2025-11-25T21:09:19.951" v="824" actId="2711"/>
        <pc:sldMkLst>
          <pc:docMk/>
          <pc:sldMk cId="3247545020" sldId="266"/>
        </pc:sldMkLst>
        <pc:spChg chg="mod">
          <ac:chgData name="Laurent CAI" userId="b2efddad-1053-42d2-9155-697ddb27d6f3" providerId="ADAL" clId="{DBC85DFD-DF07-4EC7-A358-611FF342E79D}" dt="2025-11-25T21:09:19.951" v="824" actId="2711"/>
          <ac:spMkLst>
            <pc:docMk/>
            <pc:sldMk cId="3247545020" sldId="266"/>
            <ac:spMk id="3" creationId="{C45110A9-C146-4565-AE60-8422C605BA77}"/>
          </ac:spMkLst>
        </pc:spChg>
      </pc:sldChg>
      <pc:sldChg chg="addSp delSp modSp mod modTransition">
        <pc:chgData name="Laurent CAI" userId="b2efddad-1053-42d2-9155-697ddb27d6f3" providerId="ADAL" clId="{DBC85DFD-DF07-4EC7-A358-611FF342E79D}" dt="2025-11-25T19:55:09.436" v="669"/>
        <pc:sldMkLst>
          <pc:docMk/>
          <pc:sldMk cId="290088366" sldId="267"/>
        </pc:sldMkLst>
        <pc:spChg chg="mod">
          <ac:chgData name="Laurent CAI" userId="b2efddad-1053-42d2-9155-697ddb27d6f3" providerId="ADAL" clId="{DBC85DFD-DF07-4EC7-A358-611FF342E79D}" dt="2025-11-25T19:12:54.314" v="581" actId="20577"/>
          <ac:spMkLst>
            <pc:docMk/>
            <pc:sldMk cId="290088366" sldId="267"/>
            <ac:spMk id="3" creationId="{7B75E5E1-0C26-4061-70BA-57B690E82473}"/>
          </ac:spMkLst>
        </pc:spChg>
        <pc:picChg chg="mod">
          <ac:chgData name="Laurent CAI" userId="b2efddad-1053-42d2-9155-697ddb27d6f3" providerId="ADAL" clId="{DBC85DFD-DF07-4EC7-A358-611FF342E79D}" dt="2025-11-25T19:52:05.749" v="650" actId="1076"/>
          <ac:picMkLst>
            <pc:docMk/>
            <pc:sldMk cId="290088366" sldId="267"/>
            <ac:picMk id="4" creationId="{57559D73-50B4-6A87-54E8-14DD6E39FC92}"/>
          </ac:picMkLst>
        </pc:picChg>
      </pc:sldChg>
    </pc:docChg>
  </pc:docChgLst>
  <pc:docChgLst>
    <pc:chgData name="Farzad RASHIDI" userId="S::farzad.rashidi@etu.u-paris.fr::87fda299-6158-4504-a2d0-574b783e30b3" providerId="AD" clId="Web-{008E3F4A-0520-CB40-7762-5BC548F63F54}"/>
    <pc:docChg chg="modSld">
      <pc:chgData name="Farzad RASHIDI" userId="S::farzad.rashidi@etu.u-paris.fr::87fda299-6158-4504-a2d0-574b783e30b3" providerId="AD" clId="Web-{008E3F4A-0520-CB40-7762-5BC548F63F54}" dt="2025-11-25T23:01:19.240" v="13"/>
      <pc:docMkLst>
        <pc:docMk/>
      </pc:docMkLst>
      <pc:sldChg chg="addSp delSp modSp">
        <pc:chgData name="Farzad RASHIDI" userId="S::farzad.rashidi@etu.u-paris.fr::87fda299-6158-4504-a2d0-574b783e30b3" providerId="AD" clId="Web-{008E3F4A-0520-CB40-7762-5BC548F63F54}" dt="2025-11-25T23:00:43.130" v="11" actId="14100"/>
        <pc:sldMkLst>
          <pc:docMk/>
          <pc:sldMk cId="3788346937" sldId="258"/>
        </pc:sldMkLst>
        <pc:spChg chg="add del mod">
          <ac:chgData name="Farzad RASHIDI" userId="S::farzad.rashidi@etu.u-paris.fr::87fda299-6158-4504-a2d0-574b783e30b3" providerId="AD" clId="Web-{008E3F4A-0520-CB40-7762-5BC548F63F54}" dt="2025-11-25T22:59:41.458" v="1"/>
          <ac:spMkLst>
            <pc:docMk/>
            <pc:sldMk cId="3788346937" sldId="258"/>
            <ac:spMk id="9" creationId="{070F8867-2C29-8AB0-0DC8-63C4F5DB6275}"/>
          </ac:spMkLst>
        </pc:spChg>
        <pc:picChg chg="del">
          <ac:chgData name="Farzad RASHIDI" userId="S::farzad.rashidi@etu.u-paris.fr::87fda299-6158-4504-a2d0-574b783e30b3" providerId="AD" clId="Web-{008E3F4A-0520-CB40-7762-5BC548F63F54}" dt="2025-11-25T22:57:11.409" v="0"/>
          <ac:picMkLst>
            <pc:docMk/>
            <pc:sldMk cId="3788346937" sldId="258"/>
            <ac:picMk id="4" creationId="{07194AD3-86BF-7E2D-DC22-0783A97356A6}"/>
          </ac:picMkLst>
        </pc:picChg>
        <pc:picChg chg="del">
          <ac:chgData name="Farzad RASHIDI" userId="S::farzad.rashidi@etu.u-paris.fr::87fda299-6158-4504-a2d0-574b783e30b3" providerId="AD" clId="Web-{008E3F4A-0520-CB40-7762-5BC548F63F54}" dt="2025-11-25T23:00:33.036" v="7"/>
          <ac:picMkLst>
            <pc:docMk/>
            <pc:sldMk cId="3788346937" sldId="258"/>
            <ac:picMk id="7" creationId="{9D86998F-2499-0B14-3198-CCA202C594F7}"/>
          </ac:picMkLst>
        </pc:picChg>
        <pc:picChg chg="add mod ord">
          <ac:chgData name="Farzad RASHIDI" userId="S::farzad.rashidi@etu.u-paris.fr::87fda299-6158-4504-a2d0-574b783e30b3" providerId="AD" clId="Web-{008E3F4A-0520-CB40-7762-5BC548F63F54}" dt="2025-11-25T23:00:35.521" v="8" actId="1076"/>
          <ac:picMkLst>
            <pc:docMk/>
            <pc:sldMk cId="3788346937" sldId="258"/>
            <ac:picMk id="10" creationId="{1B56EEC0-C300-02AF-890B-D09F63A25495}"/>
          </ac:picMkLst>
        </pc:picChg>
        <pc:picChg chg="add mod">
          <ac:chgData name="Farzad RASHIDI" userId="S::farzad.rashidi@etu.u-paris.fr::87fda299-6158-4504-a2d0-574b783e30b3" providerId="AD" clId="Web-{008E3F4A-0520-CB40-7762-5BC548F63F54}" dt="2025-11-25T23:00:43.130" v="11" actId="14100"/>
          <ac:picMkLst>
            <pc:docMk/>
            <pc:sldMk cId="3788346937" sldId="258"/>
            <ac:picMk id="11" creationId="{92629512-5D1A-8FE3-024C-EB8913E8C3DF}"/>
          </ac:picMkLst>
        </pc:picChg>
      </pc:sldChg>
      <pc:sldChg chg="addSp delSp modSp">
        <pc:chgData name="Farzad RASHIDI" userId="S::farzad.rashidi@etu.u-paris.fr::87fda299-6158-4504-a2d0-574b783e30b3" providerId="AD" clId="Web-{008E3F4A-0520-CB40-7762-5BC548F63F54}" dt="2025-11-25T23:00:27.974" v="6"/>
        <pc:sldMkLst>
          <pc:docMk/>
          <pc:sldMk cId="762395273" sldId="260"/>
        </pc:sldMkLst>
        <pc:picChg chg="add del mod">
          <ac:chgData name="Farzad RASHIDI" userId="S::farzad.rashidi@etu.u-paris.fr::87fda299-6158-4504-a2d0-574b783e30b3" providerId="AD" clId="Web-{008E3F4A-0520-CB40-7762-5BC548F63F54}" dt="2025-11-25T23:00:27.974" v="6"/>
          <ac:picMkLst>
            <pc:docMk/>
            <pc:sldMk cId="762395273" sldId="260"/>
            <ac:picMk id="3" creationId="{316A6A84-0A8C-18D7-B00A-127474A52079}"/>
          </ac:picMkLst>
        </pc:picChg>
      </pc:sldChg>
      <pc:sldChg chg="addSp modSp mod setBg modClrScheme chgLayout">
        <pc:chgData name="Farzad RASHIDI" userId="S::farzad.rashidi@etu.u-paris.fr::87fda299-6158-4504-a2d0-574b783e30b3" providerId="AD" clId="Web-{008E3F4A-0520-CB40-7762-5BC548F63F54}" dt="2025-11-25T23:01:19.240" v="13"/>
        <pc:sldMkLst>
          <pc:docMk/>
          <pc:sldMk cId="2901158763" sldId="263"/>
        </pc:sldMkLst>
        <pc:spChg chg="mod ord">
          <ac:chgData name="Farzad RASHIDI" userId="S::farzad.rashidi@etu.u-paris.fr::87fda299-6158-4504-a2d0-574b783e30b3" providerId="AD" clId="Web-{008E3F4A-0520-CB40-7762-5BC548F63F54}" dt="2025-11-25T23:01:19.240" v="13"/>
          <ac:spMkLst>
            <pc:docMk/>
            <pc:sldMk cId="2901158763" sldId="263"/>
            <ac:spMk id="2" creationId="{CAD083D5-7DF3-4906-1726-B669A9A9EFBD}"/>
          </ac:spMkLst>
        </pc:spChg>
        <pc:spChg chg="add mod ord">
          <ac:chgData name="Farzad RASHIDI" userId="S::farzad.rashidi@etu.u-paris.fr::87fda299-6158-4504-a2d0-574b783e30b3" providerId="AD" clId="Web-{008E3F4A-0520-CB40-7762-5BC548F63F54}" dt="2025-11-25T23:01:19.240" v="13"/>
          <ac:spMkLst>
            <pc:docMk/>
            <pc:sldMk cId="2901158763" sldId="263"/>
            <ac:spMk id="3" creationId="{C7D38E6A-D435-5D60-3913-6B68271EAC5B}"/>
          </ac:spMkLst>
        </pc:spChg>
        <pc:spChg chg="add">
          <ac:chgData name="Farzad RASHIDI" userId="S::farzad.rashidi@etu.u-paris.fr::87fda299-6158-4504-a2d0-574b783e30b3" providerId="AD" clId="Web-{008E3F4A-0520-CB40-7762-5BC548F63F54}" dt="2025-11-25T23:01:19.240" v="13"/>
          <ac:spMkLst>
            <pc:docMk/>
            <pc:sldMk cId="2901158763" sldId="263"/>
            <ac:spMk id="13" creationId="{8761DDFE-071F-4200-B0AA-394476C2D2D6}"/>
          </ac:spMkLst>
        </pc:spChg>
        <pc:graphicFrameChg chg="mod ord modGraphic">
          <ac:chgData name="Farzad RASHIDI" userId="S::farzad.rashidi@etu.u-paris.fr::87fda299-6158-4504-a2d0-574b783e30b3" providerId="AD" clId="Web-{008E3F4A-0520-CB40-7762-5BC548F63F54}" dt="2025-11-25T23:01:19.240" v="13"/>
          <ac:graphicFrameMkLst>
            <pc:docMk/>
            <pc:sldMk cId="2901158763" sldId="263"/>
            <ac:graphicFrameMk id="4" creationId="{1CF93D2F-2B7E-56DD-C12F-573408590EBD}"/>
          </ac:graphicFrameMkLst>
        </pc:graphicFrameChg>
        <pc:picChg chg="mod">
          <ac:chgData name="Farzad RASHIDI" userId="S::farzad.rashidi@etu.u-paris.fr::87fda299-6158-4504-a2d0-574b783e30b3" providerId="AD" clId="Web-{008E3F4A-0520-CB40-7762-5BC548F63F54}" dt="2025-11-25T23:01:19.240" v="13"/>
          <ac:picMkLst>
            <pc:docMk/>
            <pc:sldMk cId="2901158763" sldId="263"/>
            <ac:picMk id="8" creationId="{6FCFC87D-970E-D2C4-5352-ED1526FACCCF}"/>
          </ac:picMkLst>
        </pc:picChg>
      </pc:sldChg>
    </pc:docChg>
  </pc:docChgLst>
  <pc:docChgLst>
    <pc:chgData name="Farzad RASHIDI" userId="S::farzad.rashidi@etu.u-paris.fr::87fda299-6158-4504-a2d0-574b783e30b3" providerId="AD" clId="Web-{3E5CE2E7-C61F-0419-2D6C-34CA0A7C9D5E}"/>
    <pc:docChg chg="addSld delSld modSld sldOrd">
      <pc:chgData name="Farzad RASHIDI" userId="S::farzad.rashidi@etu.u-paris.fr::87fda299-6158-4504-a2d0-574b783e30b3" providerId="AD" clId="Web-{3E5CE2E7-C61F-0419-2D6C-34CA0A7C9D5E}" dt="2025-11-17T18:12:25.171" v="92" actId="14100"/>
      <pc:docMkLst>
        <pc:docMk/>
      </pc:docMkLst>
      <pc:sldChg chg="addSp delSp modSp">
        <pc:chgData name="Farzad RASHIDI" userId="S::farzad.rashidi@etu.u-paris.fr::87fda299-6158-4504-a2d0-574b783e30b3" providerId="AD" clId="Web-{3E5CE2E7-C61F-0419-2D6C-34CA0A7C9D5E}" dt="2025-11-17T18:12:25.171" v="92" actId="14100"/>
        <pc:sldMkLst>
          <pc:docMk/>
          <pc:sldMk cId="3788346937" sldId="258"/>
        </pc:sldMkLst>
        <pc:spChg chg="mod">
          <ac:chgData name="Farzad RASHIDI" userId="S::farzad.rashidi@etu.u-paris.fr::87fda299-6158-4504-a2d0-574b783e30b3" providerId="AD" clId="Web-{3E5CE2E7-C61F-0419-2D6C-34CA0A7C9D5E}" dt="2025-11-17T18:10:13.291" v="81" actId="20577"/>
          <ac:spMkLst>
            <pc:docMk/>
            <pc:sldMk cId="3788346937" sldId="258"/>
            <ac:spMk id="2" creationId="{A00076E8-0F88-877A-719C-E5806D4D4214}"/>
          </ac:spMkLst>
        </pc:spChg>
        <pc:spChg chg="add mod">
          <ac:chgData name="Farzad RASHIDI" userId="S::farzad.rashidi@etu.u-paris.fr::87fda299-6158-4504-a2d0-574b783e30b3" providerId="AD" clId="Web-{3E5CE2E7-C61F-0419-2D6C-34CA0A7C9D5E}" dt="2025-11-17T18:11:38.888" v="85" actId="1076"/>
          <ac:spMkLst>
            <pc:docMk/>
            <pc:sldMk cId="3788346937" sldId="258"/>
            <ac:spMk id="6" creationId="{C571D1A5-E4EA-926C-C188-63D297CF86EA}"/>
          </ac:spMkLst>
        </pc:spChg>
        <pc:picChg chg="add mod">
          <ac:chgData name="Farzad RASHIDI" userId="S::farzad.rashidi@etu.u-paris.fr::87fda299-6158-4504-a2d0-574b783e30b3" providerId="AD" clId="Web-{3E5CE2E7-C61F-0419-2D6C-34CA0A7C9D5E}" dt="2025-11-17T18:05:06.593" v="30" actId="1076"/>
          <ac:picMkLst>
            <pc:docMk/>
            <pc:sldMk cId="3788346937" sldId="258"/>
            <ac:picMk id="5" creationId="{9F6976A8-66C7-2A58-3CBF-4BF135FA43DB}"/>
          </ac:picMkLst>
        </pc:picChg>
      </pc:sldChg>
      <pc:sldChg chg="modSp">
        <pc:chgData name="Farzad RASHIDI" userId="S::farzad.rashidi@etu.u-paris.fr::87fda299-6158-4504-a2d0-574b783e30b3" providerId="AD" clId="Web-{3E5CE2E7-C61F-0419-2D6C-34CA0A7C9D5E}" dt="2025-11-17T17:21:11.958" v="10" actId="20577"/>
        <pc:sldMkLst>
          <pc:docMk/>
          <pc:sldMk cId="762395273" sldId="260"/>
        </pc:sldMkLst>
        <pc:spChg chg="mod">
          <ac:chgData name="Farzad RASHIDI" userId="S::farzad.rashidi@etu.u-paris.fr::87fda299-6158-4504-a2d0-574b783e30b3" providerId="AD" clId="Web-{3E5CE2E7-C61F-0419-2D6C-34CA0A7C9D5E}" dt="2025-11-17T17:21:11.958" v="10" actId="20577"/>
          <ac:spMkLst>
            <pc:docMk/>
            <pc:sldMk cId="762395273" sldId="260"/>
            <ac:spMk id="2" creationId="{39668FAC-42F6-02C5-DC7D-B4393AE506C7}"/>
          </ac:spMkLst>
        </pc:spChg>
      </pc:sldChg>
      <pc:sldChg chg="modSp new">
        <pc:chgData name="Farzad RASHIDI" userId="S::farzad.rashidi@etu.u-paris.fr::87fda299-6158-4504-a2d0-574b783e30b3" providerId="AD" clId="Web-{3E5CE2E7-C61F-0419-2D6C-34CA0A7C9D5E}" dt="2025-11-17T17:21:21.661" v="16" actId="20577"/>
        <pc:sldMkLst>
          <pc:docMk/>
          <pc:sldMk cId="3247545020" sldId="266"/>
        </pc:sldMkLst>
        <pc:spChg chg="mod">
          <ac:chgData name="Farzad RASHIDI" userId="S::farzad.rashidi@etu.u-paris.fr::87fda299-6158-4504-a2d0-574b783e30b3" providerId="AD" clId="Web-{3E5CE2E7-C61F-0419-2D6C-34CA0A7C9D5E}" dt="2025-11-17T17:21:21.661" v="16" actId="20577"/>
          <ac:spMkLst>
            <pc:docMk/>
            <pc:sldMk cId="3247545020" sldId="266"/>
            <ac:spMk id="2" creationId="{0322586F-37DF-9337-0A05-DEE14AD7EBE7}"/>
          </ac:spMkLst>
        </pc:spChg>
      </pc:sldChg>
      <pc:sldChg chg="addSp delSp modSp new ord">
        <pc:chgData name="Farzad RASHIDI" userId="S::farzad.rashidi@etu.u-paris.fr::87fda299-6158-4504-a2d0-574b783e30b3" providerId="AD" clId="Web-{3E5CE2E7-C61F-0419-2D6C-34CA0A7C9D5E}" dt="2025-11-17T18:09:59.243" v="80" actId="1076"/>
        <pc:sldMkLst>
          <pc:docMk/>
          <pc:sldMk cId="290088366" sldId="267"/>
        </pc:sldMkLst>
        <pc:spChg chg="mod">
          <ac:chgData name="Farzad RASHIDI" userId="S::farzad.rashidi@etu.u-paris.fr::87fda299-6158-4504-a2d0-574b783e30b3" providerId="AD" clId="Web-{3E5CE2E7-C61F-0419-2D6C-34CA0A7C9D5E}" dt="2025-11-17T18:09:09.022" v="68" actId="20577"/>
          <ac:spMkLst>
            <pc:docMk/>
            <pc:sldMk cId="290088366" sldId="267"/>
            <ac:spMk id="2" creationId="{AC165BB6-5B05-F74C-3FC6-4686FEF32D82}"/>
          </ac:spMkLst>
        </pc:spChg>
        <pc:spChg chg="add mod">
          <ac:chgData name="Farzad RASHIDI" userId="S::farzad.rashidi@etu.u-paris.fr::87fda299-6158-4504-a2d0-574b783e30b3" providerId="AD" clId="Web-{3E5CE2E7-C61F-0419-2D6C-34CA0A7C9D5E}" dt="2025-11-17T18:09:49.602" v="79" actId="1076"/>
          <ac:spMkLst>
            <pc:docMk/>
            <pc:sldMk cId="290088366" sldId="267"/>
            <ac:spMk id="5" creationId="{B9AC26B1-1FFC-CA70-320D-EFABE5B6880D}"/>
          </ac:spMkLst>
        </pc:spChg>
        <pc:spChg chg="add mod">
          <ac:chgData name="Farzad RASHIDI" userId="S::farzad.rashidi@etu.u-paris.fr::87fda299-6158-4504-a2d0-574b783e30b3" providerId="AD" clId="Web-{3E5CE2E7-C61F-0419-2D6C-34CA0A7C9D5E}" dt="2025-11-17T18:09:59.243" v="80" actId="1076"/>
          <ac:spMkLst>
            <pc:docMk/>
            <pc:sldMk cId="290088366" sldId="267"/>
            <ac:spMk id="8" creationId="{D0215FC8-ABCB-43DE-EE73-6AD8C7498ECB}"/>
          </ac:spMkLst>
        </pc:spChg>
        <pc:picChg chg="add mod ord">
          <ac:chgData name="Farzad RASHIDI" userId="S::farzad.rashidi@etu.u-paris.fr::87fda299-6158-4504-a2d0-574b783e30b3" providerId="AD" clId="Web-{3E5CE2E7-C61F-0419-2D6C-34CA0A7C9D5E}" dt="2025-11-17T18:09:21.726" v="71" actId="14100"/>
          <ac:picMkLst>
            <pc:docMk/>
            <pc:sldMk cId="290088366" sldId="267"/>
            <ac:picMk id="4" creationId="{57559D73-50B4-6A87-54E8-14DD6E39FC92}"/>
          </ac:picMkLst>
        </pc:picChg>
        <pc:picChg chg="add mod">
          <ac:chgData name="Farzad RASHIDI" userId="S::farzad.rashidi@etu.u-paris.fr::87fda299-6158-4504-a2d0-574b783e30b3" providerId="AD" clId="Web-{3E5CE2E7-C61F-0419-2D6C-34CA0A7C9D5E}" dt="2025-11-17T18:08:50.646" v="65" actId="1076"/>
          <ac:picMkLst>
            <pc:docMk/>
            <pc:sldMk cId="290088366" sldId="267"/>
            <ac:picMk id="7" creationId="{90DAF746-8500-8247-83E5-C629B66F45ED}"/>
          </ac:picMkLst>
        </pc:picChg>
      </pc:sldChg>
    </pc:docChg>
  </pc:docChgLst>
  <pc:docChgLst>
    <pc:chgData name="Laurent CAI" userId="b2efddad-1053-42d2-9155-697ddb27d6f3" providerId="ADAL" clId="{C0572C9A-065B-4D1D-8E66-D9B5DB973E6C}"/>
    <pc:docChg chg="undo redo custSel addSld delSld modSld sldOrd">
      <pc:chgData name="Laurent CAI" userId="b2efddad-1053-42d2-9155-697ddb27d6f3" providerId="ADAL" clId="{C0572C9A-065B-4D1D-8E66-D9B5DB973E6C}" dt="2025-11-26T07:17:53.651" v="512"/>
      <pc:docMkLst>
        <pc:docMk/>
      </pc:docMkLst>
      <pc:sldChg chg="addAnim delAnim modAnim">
        <pc:chgData name="Laurent CAI" userId="b2efddad-1053-42d2-9155-697ddb27d6f3" providerId="ADAL" clId="{C0572C9A-065B-4D1D-8E66-D9B5DB973E6C}" dt="2025-11-26T07:12:06.956" v="457"/>
        <pc:sldMkLst>
          <pc:docMk/>
          <pc:sldMk cId="3788346937" sldId="258"/>
        </pc:sldMkLst>
      </pc:sldChg>
      <pc:sldChg chg="addSp delSp modSp mod addAnim delAnim modAnim">
        <pc:chgData name="Laurent CAI" userId="b2efddad-1053-42d2-9155-697ddb27d6f3" providerId="ADAL" clId="{C0572C9A-065B-4D1D-8E66-D9B5DB973E6C}" dt="2025-11-26T07:17:53.651" v="512"/>
        <pc:sldMkLst>
          <pc:docMk/>
          <pc:sldMk cId="1313216233" sldId="259"/>
        </pc:sldMkLst>
        <pc:spChg chg="mod">
          <ac:chgData name="Laurent CAI" userId="b2efddad-1053-42d2-9155-697ddb27d6f3" providerId="ADAL" clId="{C0572C9A-065B-4D1D-8E66-D9B5DB973E6C}" dt="2025-11-17T12:35:14.208" v="191" actId="20577"/>
          <ac:spMkLst>
            <pc:docMk/>
            <pc:sldMk cId="1313216233" sldId="259"/>
            <ac:spMk id="2" creationId="{4BC5D195-E411-55B7-078C-12857F4E3966}"/>
          </ac:spMkLst>
        </pc:spChg>
        <pc:spChg chg="add">
          <ac:chgData name="Laurent CAI" userId="b2efddad-1053-42d2-9155-697ddb27d6f3" providerId="ADAL" clId="{C0572C9A-065B-4D1D-8E66-D9B5DB973E6C}" dt="2025-11-26T07:12:00.699" v="455"/>
          <ac:spMkLst>
            <pc:docMk/>
            <pc:sldMk cId="1313216233" sldId="259"/>
            <ac:spMk id="3" creationId="{5B09C792-F732-D719-0B9C-545E5B653DB4}"/>
          </ac:spMkLst>
        </pc:spChg>
        <pc:spChg chg="add del mod">
          <ac:chgData name="Laurent CAI" userId="b2efddad-1053-42d2-9155-697ddb27d6f3" providerId="ADAL" clId="{C0572C9A-065B-4D1D-8E66-D9B5DB973E6C}" dt="2025-11-26T07:13:44.363" v="467" actId="478"/>
          <ac:spMkLst>
            <pc:docMk/>
            <pc:sldMk cId="1313216233" sldId="259"/>
            <ac:spMk id="9" creationId="{9C88510F-940E-F7D8-2B2B-6C4D10D74AEA}"/>
          </ac:spMkLst>
        </pc:spChg>
        <pc:spChg chg="mod">
          <ac:chgData name="Laurent CAI" userId="b2efddad-1053-42d2-9155-697ddb27d6f3" providerId="ADAL" clId="{C0572C9A-065B-4D1D-8E66-D9B5DB973E6C}" dt="2025-11-26T07:10:19.475" v="449" actId="1076"/>
          <ac:spMkLst>
            <pc:docMk/>
            <pc:sldMk cId="1313216233" sldId="259"/>
            <ac:spMk id="28" creationId="{CB608DF5-ABEF-FDDD-B114-F0B97F0B57D4}"/>
          </ac:spMkLst>
        </pc:spChg>
        <pc:picChg chg="add mod">
          <ac:chgData name="Laurent CAI" userId="b2efddad-1053-42d2-9155-697ddb27d6f3" providerId="ADAL" clId="{C0572C9A-065B-4D1D-8E66-D9B5DB973E6C}" dt="2025-11-26T07:12:32.817" v="464" actId="931"/>
          <ac:picMkLst>
            <pc:docMk/>
            <pc:sldMk cId="1313216233" sldId="259"/>
            <ac:picMk id="7" creationId="{A350CA92-7D92-955B-16DE-D06482F9B925}"/>
          </ac:picMkLst>
        </pc:picChg>
        <pc:picChg chg="add mod">
          <ac:chgData name="Laurent CAI" userId="b2efddad-1053-42d2-9155-697ddb27d6f3" providerId="ADAL" clId="{C0572C9A-065B-4D1D-8E66-D9B5DB973E6C}" dt="2025-11-26T07:16:20.550" v="489" actId="1076"/>
          <ac:picMkLst>
            <pc:docMk/>
            <pc:sldMk cId="1313216233" sldId="259"/>
            <ac:picMk id="11" creationId="{EFC1FB62-ECCC-CD16-A2A7-E8E2D82DDE2E}"/>
          </ac:picMkLst>
        </pc:picChg>
        <pc:picChg chg="add mod">
          <ac:chgData name="Laurent CAI" userId="b2efddad-1053-42d2-9155-697ddb27d6f3" providerId="ADAL" clId="{C0572C9A-065B-4D1D-8E66-D9B5DB973E6C}" dt="2025-11-26T07:16:21.703" v="490" actId="1076"/>
          <ac:picMkLst>
            <pc:docMk/>
            <pc:sldMk cId="1313216233" sldId="259"/>
            <ac:picMk id="13" creationId="{8FA8E37D-8D39-BC92-044F-E2DA50AC559B}"/>
          </ac:picMkLst>
        </pc:picChg>
        <pc:picChg chg="add mod">
          <ac:chgData name="Laurent CAI" userId="b2efddad-1053-42d2-9155-697ddb27d6f3" providerId="ADAL" clId="{C0572C9A-065B-4D1D-8E66-D9B5DB973E6C}" dt="2025-11-26T07:16:36.395" v="498" actId="1076"/>
          <ac:picMkLst>
            <pc:docMk/>
            <pc:sldMk cId="1313216233" sldId="259"/>
            <ac:picMk id="16" creationId="{1A61B222-D064-BFBC-B316-273035400496}"/>
          </ac:picMkLst>
        </pc:picChg>
        <pc:picChg chg="del">
          <ac:chgData name="Laurent CAI" userId="b2efddad-1053-42d2-9155-697ddb27d6f3" providerId="ADAL" clId="{C0572C9A-065B-4D1D-8E66-D9B5DB973E6C}" dt="2025-11-26T07:13:35.035" v="465" actId="478"/>
          <ac:picMkLst>
            <pc:docMk/>
            <pc:sldMk cId="1313216233" sldId="259"/>
            <ac:picMk id="26" creationId="{DD82534A-ED4B-DBE0-B965-C73578205D9B}"/>
          </ac:picMkLst>
        </pc:picChg>
        <pc:picChg chg="mod">
          <ac:chgData name="Laurent CAI" userId="b2efddad-1053-42d2-9155-697ddb27d6f3" providerId="ADAL" clId="{C0572C9A-065B-4D1D-8E66-D9B5DB973E6C}" dt="2025-11-26T07:12:16.364" v="459" actId="1076"/>
          <ac:picMkLst>
            <pc:docMk/>
            <pc:sldMk cId="1313216233" sldId="259"/>
            <ac:picMk id="29" creationId="{76CD8C7A-B06B-55E4-E3D0-4C8EAE9AD38D}"/>
          </ac:picMkLst>
        </pc:picChg>
        <pc:picChg chg="mod">
          <ac:chgData name="Laurent CAI" userId="b2efddad-1053-42d2-9155-697ddb27d6f3" providerId="ADAL" clId="{C0572C9A-065B-4D1D-8E66-D9B5DB973E6C}" dt="2025-11-26T07:16:27.232" v="493" actId="1076"/>
          <ac:picMkLst>
            <pc:docMk/>
            <pc:sldMk cId="1313216233" sldId="259"/>
            <ac:picMk id="31" creationId="{D8699617-121A-1CB4-18A4-E9D4D89B7E16}"/>
          </ac:picMkLst>
        </pc:picChg>
        <pc:picChg chg="mod">
          <ac:chgData name="Laurent CAI" userId="b2efddad-1053-42d2-9155-697ddb27d6f3" providerId="ADAL" clId="{C0572C9A-065B-4D1D-8E66-D9B5DB973E6C}" dt="2025-11-26T07:16:31.252" v="495" actId="14100"/>
          <ac:picMkLst>
            <pc:docMk/>
            <pc:sldMk cId="1313216233" sldId="259"/>
            <ac:picMk id="33" creationId="{D19098F5-885F-C8C9-2036-CD4F4FF87176}"/>
          </ac:picMkLst>
        </pc:picChg>
      </pc:sldChg>
      <pc:sldChg chg="addSp delSp modSp mod setBg">
        <pc:chgData name="Laurent CAI" userId="b2efddad-1053-42d2-9155-697ddb27d6f3" providerId="ADAL" clId="{C0572C9A-065B-4D1D-8E66-D9B5DB973E6C}" dt="2025-11-19T16:53:42.110" v="433" actId="20577"/>
        <pc:sldMkLst>
          <pc:docMk/>
          <pc:sldMk cId="762395273" sldId="260"/>
        </pc:sldMkLst>
        <pc:spChg chg="mod">
          <ac:chgData name="Laurent CAI" userId="b2efddad-1053-42d2-9155-697ddb27d6f3" providerId="ADAL" clId="{C0572C9A-065B-4D1D-8E66-D9B5DB973E6C}" dt="2025-11-19T16:52:56.231" v="398" actId="27636"/>
          <ac:spMkLst>
            <pc:docMk/>
            <pc:sldMk cId="762395273" sldId="260"/>
            <ac:spMk id="2" creationId="{39668FAC-42F6-02C5-DC7D-B4393AE506C7}"/>
          </ac:spMkLst>
        </pc:spChg>
        <pc:spChg chg="add mod">
          <ac:chgData name="Laurent CAI" userId="b2efddad-1053-42d2-9155-697ddb27d6f3" providerId="ADAL" clId="{C0572C9A-065B-4D1D-8E66-D9B5DB973E6C}" dt="2025-11-19T16:53:42.110" v="433" actId="20577"/>
          <ac:spMkLst>
            <pc:docMk/>
            <pc:sldMk cId="762395273" sldId="260"/>
            <ac:spMk id="5" creationId="{23E9A04D-E703-8704-ACB9-B51FF3436613}"/>
          </ac:spMkLst>
        </pc:spChg>
      </pc:sldChg>
      <pc:sldChg chg="addSp modSp mod setBg">
        <pc:chgData name="Laurent CAI" userId="b2efddad-1053-42d2-9155-697ddb27d6f3" providerId="ADAL" clId="{C0572C9A-065B-4D1D-8E66-D9B5DB973E6C}" dt="2025-11-19T16:54:31.649" v="436"/>
        <pc:sldMkLst>
          <pc:docMk/>
          <pc:sldMk cId="3404891844" sldId="261"/>
        </pc:sldMkLst>
        <pc:spChg chg="mod">
          <ac:chgData name="Laurent CAI" userId="b2efddad-1053-42d2-9155-697ddb27d6f3" providerId="ADAL" clId="{C0572C9A-065B-4D1D-8E66-D9B5DB973E6C}" dt="2025-11-19T16:45:03.558" v="326" actId="1076"/>
          <ac:spMkLst>
            <pc:docMk/>
            <pc:sldMk cId="3404891844" sldId="261"/>
            <ac:spMk id="2" creationId="{362C6E98-5358-C7BB-3CDD-8AC71F0A3B17}"/>
          </ac:spMkLst>
        </pc:spChg>
        <pc:spChg chg="mod">
          <ac:chgData name="Laurent CAI" userId="b2efddad-1053-42d2-9155-697ddb27d6f3" providerId="ADAL" clId="{C0572C9A-065B-4D1D-8E66-D9B5DB973E6C}" dt="2025-11-19T16:44:47.850" v="320"/>
          <ac:spMkLst>
            <pc:docMk/>
            <pc:sldMk cId="3404891844" sldId="261"/>
            <ac:spMk id="3" creationId="{5451C947-C882-282B-CEB0-52EC45FECA1F}"/>
          </ac:spMkLst>
        </pc:spChg>
        <pc:spChg chg="add mod">
          <ac:chgData name="Laurent CAI" userId="b2efddad-1053-42d2-9155-697ddb27d6f3" providerId="ADAL" clId="{C0572C9A-065B-4D1D-8E66-D9B5DB973E6C}" dt="2025-11-19T16:44:55.411" v="322" actId="1076"/>
          <ac:spMkLst>
            <pc:docMk/>
            <pc:sldMk cId="3404891844" sldId="261"/>
            <ac:spMk id="5" creationId="{631CBE3D-47E5-C5E0-D35D-751720D10A4B}"/>
          </ac:spMkLst>
        </pc:spChg>
      </pc:sldChg>
      <pc:sldChg chg="addSp delSp modSp mod">
        <pc:chgData name="Laurent CAI" userId="b2efddad-1053-42d2-9155-697ddb27d6f3" providerId="ADAL" clId="{C0572C9A-065B-4D1D-8E66-D9B5DB973E6C}" dt="2025-11-19T16:49:22.481" v="366" actId="20577"/>
        <pc:sldMkLst>
          <pc:docMk/>
          <pc:sldMk cId="2901158763" sldId="263"/>
        </pc:sldMkLst>
      </pc:sldChg>
      <pc:sldChg chg="modSp mod">
        <pc:chgData name="Laurent CAI" userId="b2efddad-1053-42d2-9155-697ddb27d6f3" providerId="ADAL" clId="{C0572C9A-065B-4D1D-8E66-D9B5DB973E6C}" dt="2025-11-25T07:22:49.392" v="448" actId="20577"/>
        <pc:sldMkLst>
          <pc:docMk/>
          <pc:sldMk cId="2682463697" sldId="265"/>
        </pc:sldMkLst>
        <pc:spChg chg="mod">
          <ac:chgData name="Laurent CAI" userId="b2efddad-1053-42d2-9155-697ddb27d6f3" providerId="ADAL" clId="{C0572C9A-065B-4D1D-8E66-D9B5DB973E6C}" dt="2025-11-25T07:22:49.392" v="448" actId="20577"/>
          <ac:spMkLst>
            <pc:docMk/>
            <pc:sldMk cId="2682463697" sldId="265"/>
            <ac:spMk id="8" creationId="{570455AB-B0BB-76AF-27EF-37B699067CD1}"/>
          </ac:spMkLst>
        </pc:spChg>
      </pc:sldChg>
      <pc:sldChg chg="modSp mod setBg">
        <pc:chgData name="Laurent CAI" userId="b2efddad-1053-42d2-9155-697ddb27d6f3" providerId="ADAL" clId="{C0572C9A-065B-4D1D-8E66-D9B5DB973E6C}" dt="2025-11-19T16:52:32.667" v="396" actId="122"/>
        <pc:sldMkLst>
          <pc:docMk/>
          <pc:sldMk cId="3247545020" sldId="266"/>
        </pc:sldMkLst>
        <pc:spChg chg="mod">
          <ac:chgData name="Laurent CAI" userId="b2efddad-1053-42d2-9155-697ddb27d6f3" providerId="ADAL" clId="{C0572C9A-065B-4D1D-8E66-D9B5DB973E6C}" dt="2025-11-19T16:52:32.667" v="396" actId="122"/>
          <ac:spMkLst>
            <pc:docMk/>
            <pc:sldMk cId="3247545020" sldId="266"/>
            <ac:spMk id="2" creationId="{0322586F-37DF-9337-0A05-DEE14AD7EBE7}"/>
          </ac:spMkLst>
        </pc:spChg>
        <pc:spChg chg="mod">
          <ac:chgData name="Laurent CAI" userId="b2efddad-1053-42d2-9155-697ddb27d6f3" providerId="ADAL" clId="{C0572C9A-065B-4D1D-8E66-D9B5DB973E6C}" dt="2025-11-19T16:52:28.960" v="394" actId="207"/>
          <ac:spMkLst>
            <pc:docMk/>
            <pc:sldMk cId="3247545020" sldId="266"/>
            <ac:spMk id="3" creationId="{C45110A9-C146-4565-AE60-8422C605BA77}"/>
          </ac:spMkLst>
        </pc:spChg>
      </pc:sldChg>
      <pc:sldChg chg="addSp modSp mod">
        <pc:chgData name="Laurent CAI" userId="b2efddad-1053-42d2-9155-697ddb27d6f3" providerId="ADAL" clId="{C0572C9A-065B-4D1D-8E66-D9B5DB973E6C}" dt="2025-11-19T16:44:30.352" v="312" actId="1076"/>
        <pc:sldMkLst>
          <pc:docMk/>
          <pc:sldMk cId="290088366" sldId="267"/>
        </pc:sldMkLst>
        <pc:spChg chg="add mod">
          <ac:chgData name="Laurent CAI" userId="b2efddad-1053-42d2-9155-697ddb27d6f3" providerId="ADAL" clId="{C0572C9A-065B-4D1D-8E66-D9B5DB973E6C}" dt="2025-11-19T16:44:30.352" v="312" actId="1076"/>
          <ac:spMkLst>
            <pc:docMk/>
            <pc:sldMk cId="290088366" sldId="267"/>
            <ac:spMk id="3" creationId="{7B75E5E1-0C26-4061-70BA-57B690E82473}"/>
          </ac:spMkLst>
        </pc:spChg>
        <pc:picChg chg="mod">
          <ac:chgData name="Laurent CAI" userId="b2efddad-1053-42d2-9155-697ddb27d6f3" providerId="ADAL" clId="{C0572C9A-065B-4D1D-8E66-D9B5DB973E6C}" dt="2025-11-19T16:44:24.193" v="311" actId="1076"/>
          <ac:picMkLst>
            <pc:docMk/>
            <pc:sldMk cId="290088366" sldId="267"/>
            <ac:picMk id="4" creationId="{57559D73-50B4-6A87-54E8-14DD6E39FC92}"/>
          </ac:picMkLst>
        </pc:picChg>
      </pc:sldChg>
    </pc:docChg>
  </pc:docChgLst>
  <pc:docChgLst>
    <pc:chgData name="Farzad RASHIDI" userId="S::farzad.rashidi@etu.u-paris.fr::87fda299-6158-4504-a2d0-574b783e30b3" providerId="AD" clId="Web-{9F6FD774-A52C-F132-D508-DD22EE571FB2}"/>
    <pc:docChg chg="modSld">
      <pc:chgData name="Farzad RASHIDI" userId="S::farzad.rashidi@etu.u-paris.fr::87fda299-6158-4504-a2d0-574b783e30b3" providerId="AD" clId="Web-{9F6FD774-A52C-F132-D508-DD22EE571FB2}" dt="2025-11-25T22:56:39.824" v="466" actId="1076"/>
      <pc:docMkLst>
        <pc:docMk/>
      </pc:docMkLst>
      <pc:sldChg chg="addSp modSp">
        <pc:chgData name="Farzad RASHIDI" userId="S::farzad.rashidi@etu.u-paris.fr::87fda299-6158-4504-a2d0-574b783e30b3" providerId="AD" clId="Web-{9F6FD774-A52C-F132-D508-DD22EE571FB2}" dt="2025-11-25T22:07:27.483" v="36" actId="20577"/>
        <pc:sldMkLst>
          <pc:docMk/>
          <pc:sldMk cId="3788346937" sldId="258"/>
        </pc:sldMkLst>
        <pc:spChg chg="add mod">
          <ac:chgData name="Farzad RASHIDI" userId="S::farzad.rashidi@etu.u-paris.fr::87fda299-6158-4504-a2d0-574b783e30b3" providerId="AD" clId="Web-{9F6FD774-A52C-F132-D508-DD22EE571FB2}" dt="2025-11-25T22:07:27.483" v="36" actId="20577"/>
          <ac:spMkLst>
            <pc:docMk/>
            <pc:sldMk cId="3788346937" sldId="258"/>
            <ac:spMk id="3" creationId="{DCB5FE85-5B37-5540-C4E5-709DF61BB019}"/>
          </ac:spMkLst>
        </pc:spChg>
      </pc:sldChg>
      <pc:sldChg chg="modSp">
        <pc:chgData name="Farzad RASHIDI" userId="S::farzad.rashidi@etu.u-paris.fr::87fda299-6158-4504-a2d0-574b783e30b3" providerId="AD" clId="Web-{9F6FD774-A52C-F132-D508-DD22EE571FB2}" dt="2025-11-25T22:11:26.722" v="48" actId="20577"/>
        <pc:sldMkLst>
          <pc:docMk/>
          <pc:sldMk cId="3404891844" sldId="261"/>
        </pc:sldMkLst>
        <pc:spChg chg="mod">
          <ac:chgData name="Farzad RASHIDI" userId="S::farzad.rashidi@etu.u-paris.fr::87fda299-6158-4504-a2d0-574b783e30b3" providerId="AD" clId="Web-{9F6FD774-A52C-F132-D508-DD22EE571FB2}" dt="2025-11-25T22:11:26.722" v="48" actId="20577"/>
          <ac:spMkLst>
            <pc:docMk/>
            <pc:sldMk cId="3404891844" sldId="261"/>
            <ac:spMk id="3" creationId="{5451C947-C882-282B-CEB0-52EC45FECA1F}"/>
          </ac:spMkLst>
        </pc:spChg>
      </pc:sldChg>
      <pc:sldChg chg="addSp delSp modSp mod setBg">
        <pc:chgData name="Farzad RASHIDI" userId="S::farzad.rashidi@etu.u-paris.fr::87fda299-6158-4504-a2d0-574b783e30b3" providerId="AD" clId="Web-{9F6FD774-A52C-F132-D508-DD22EE571FB2}" dt="2025-11-25T22:56:17.480" v="463"/>
        <pc:sldMkLst>
          <pc:docMk/>
          <pc:sldMk cId="649867495" sldId="262"/>
        </pc:sldMkLst>
        <pc:spChg chg="mod">
          <ac:chgData name="Farzad RASHIDI" userId="S::farzad.rashidi@etu.u-paris.fr::87fda299-6158-4504-a2d0-574b783e30b3" providerId="AD" clId="Web-{9F6FD774-A52C-F132-D508-DD22EE571FB2}" dt="2025-11-25T22:56:01.823" v="461"/>
          <ac:spMkLst>
            <pc:docMk/>
            <pc:sldMk cId="649867495" sldId="262"/>
            <ac:spMk id="2" creationId="{D4208EA3-CEFC-59E2-E666-FDF7155068C5}"/>
          </ac:spMkLst>
        </pc:spChg>
        <pc:spChg chg="del">
          <ac:chgData name="Farzad RASHIDI" userId="S::farzad.rashidi@etu.u-paris.fr::87fda299-6158-4504-a2d0-574b783e30b3" providerId="AD" clId="Web-{9F6FD774-A52C-F132-D508-DD22EE571FB2}" dt="2025-11-25T22:14:04.001" v="51"/>
          <ac:spMkLst>
            <pc:docMk/>
            <pc:sldMk cId="649867495" sldId="262"/>
            <ac:spMk id="3" creationId="{5D28B862-8A64-490E-F5D4-41C61065AB13}"/>
          </ac:spMkLst>
        </pc:spChg>
        <pc:spChg chg="add del mod">
          <ac:chgData name="Farzad RASHIDI" userId="S::farzad.rashidi@etu.u-paris.fr::87fda299-6158-4504-a2d0-574b783e30b3" providerId="AD" clId="Web-{9F6FD774-A52C-F132-D508-DD22EE571FB2}" dt="2025-11-25T22:25:23.471" v="85"/>
          <ac:spMkLst>
            <pc:docMk/>
            <pc:sldMk cId="649867495" sldId="262"/>
            <ac:spMk id="6" creationId="{798CCCD3-1942-8CD7-39DA-D2D06B500B54}"/>
          </ac:spMkLst>
        </pc:spChg>
        <pc:spChg chg="add mod">
          <ac:chgData name="Farzad RASHIDI" userId="S::farzad.rashidi@etu.u-paris.fr::87fda299-6158-4504-a2d0-574b783e30b3" providerId="AD" clId="Web-{9F6FD774-A52C-F132-D508-DD22EE571FB2}" dt="2025-11-25T22:56:01.823" v="461"/>
          <ac:spMkLst>
            <pc:docMk/>
            <pc:sldMk cId="649867495" sldId="262"/>
            <ac:spMk id="7" creationId="{3499A8C8-4084-3DED-E704-8CEB59038D18}"/>
          </ac:spMkLst>
        </pc:spChg>
        <pc:spChg chg="add del mod">
          <ac:chgData name="Farzad RASHIDI" userId="S::farzad.rashidi@etu.u-paris.fr::87fda299-6158-4504-a2d0-574b783e30b3" providerId="AD" clId="Web-{9F6FD774-A52C-F132-D508-DD22EE571FB2}" dt="2025-11-25T22:55:53.620" v="459"/>
          <ac:spMkLst>
            <pc:docMk/>
            <pc:sldMk cId="649867495" sldId="262"/>
            <ac:spMk id="11" creationId="{CC9973E8-CCA0-DB59-E094-059156697710}"/>
          </ac:spMkLst>
        </pc:spChg>
        <pc:spChg chg="add">
          <ac:chgData name="Farzad RASHIDI" userId="S::farzad.rashidi@etu.u-paris.fr::87fda299-6158-4504-a2d0-574b783e30b3" providerId="AD" clId="Web-{9F6FD774-A52C-F132-D508-DD22EE571FB2}" dt="2025-11-25T22:56:01.823" v="461"/>
          <ac:spMkLst>
            <pc:docMk/>
            <pc:sldMk cId="649867495" sldId="262"/>
            <ac:spMk id="17" creationId="{A51A0227-072A-4F5F-928C-E2C3E5CCD10C}"/>
          </ac:spMkLst>
        </pc:spChg>
        <pc:spChg chg="add">
          <ac:chgData name="Farzad RASHIDI" userId="S::farzad.rashidi@etu.u-paris.fr::87fda299-6158-4504-a2d0-574b783e30b3" providerId="AD" clId="Web-{9F6FD774-A52C-F132-D508-DD22EE571FB2}" dt="2025-11-25T22:56:01.823" v="461"/>
          <ac:spMkLst>
            <pc:docMk/>
            <pc:sldMk cId="649867495" sldId="262"/>
            <ac:spMk id="19" creationId="{35D99776-4B38-47DF-A302-11AD9AF87ACA}"/>
          </ac:spMkLst>
        </pc:spChg>
        <pc:graphicFrameChg chg="add mod modGraphic">
          <ac:chgData name="Farzad RASHIDI" userId="S::farzad.rashidi@etu.u-paris.fr::87fda299-6158-4504-a2d0-574b783e30b3" providerId="AD" clId="Web-{9F6FD774-A52C-F132-D508-DD22EE571FB2}" dt="2025-11-25T22:56:01.823" v="461"/>
          <ac:graphicFrameMkLst>
            <pc:docMk/>
            <pc:sldMk cId="649867495" sldId="262"/>
            <ac:graphicFrameMk id="9" creationId="{216899A7-2B30-98A5-E3E0-1EF38D808E31}"/>
          </ac:graphicFrameMkLst>
        </pc:graphicFrameChg>
        <pc:picChg chg="add del mod ord">
          <ac:chgData name="Farzad RASHIDI" userId="S::farzad.rashidi@etu.u-paris.fr::87fda299-6158-4504-a2d0-574b783e30b3" providerId="AD" clId="Web-{9F6FD774-A52C-F132-D508-DD22EE571FB2}" dt="2025-11-25T22:14:25.814" v="54"/>
          <ac:picMkLst>
            <pc:docMk/>
            <pc:sldMk cId="649867495" sldId="262"/>
            <ac:picMk id="4" creationId="{A960E848-D266-CF65-4402-88D01A565D54}"/>
          </ac:picMkLst>
        </pc:picChg>
        <pc:picChg chg="add del mod ord">
          <ac:chgData name="Farzad RASHIDI" userId="S::farzad.rashidi@etu.u-paris.fr::87fda299-6158-4504-a2d0-574b783e30b3" providerId="AD" clId="Web-{9F6FD774-A52C-F132-D508-DD22EE571FB2}" dt="2025-11-25T22:46:21.240" v="377"/>
          <ac:picMkLst>
            <pc:docMk/>
            <pc:sldMk cId="649867495" sldId="262"/>
            <ac:picMk id="8" creationId="{3B67150E-5DD0-4FCA-8350-09B75469C999}"/>
          </ac:picMkLst>
        </pc:picChg>
        <pc:picChg chg="add mod ord">
          <ac:chgData name="Farzad RASHIDI" userId="S::farzad.rashidi@etu.u-paris.fr::87fda299-6158-4504-a2d0-574b783e30b3" providerId="AD" clId="Web-{9F6FD774-A52C-F132-D508-DD22EE571FB2}" dt="2025-11-25T22:56:01.823" v="461"/>
          <ac:picMkLst>
            <pc:docMk/>
            <pc:sldMk cId="649867495" sldId="262"/>
            <ac:picMk id="12" creationId="{38DC5995-97EE-6FD0-57CF-935218806F21}"/>
          </ac:picMkLst>
        </pc:picChg>
      </pc:sldChg>
      <pc:sldChg chg="addSp delSp modSp">
        <pc:chgData name="Farzad RASHIDI" userId="S::farzad.rashidi@etu.u-paris.fr::87fda299-6158-4504-a2d0-574b783e30b3" providerId="AD" clId="Web-{9F6FD774-A52C-F132-D508-DD22EE571FB2}" dt="2025-11-25T22:56:39.824" v="466" actId="1076"/>
        <pc:sldMkLst>
          <pc:docMk/>
          <pc:sldMk cId="2901158763" sldId="263"/>
        </pc:sldMkLst>
        <pc:spChg chg="del">
          <ac:chgData name="Farzad RASHIDI" userId="S::farzad.rashidi@etu.u-paris.fr::87fda299-6158-4504-a2d0-574b783e30b3" providerId="AD" clId="Web-{9F6FD774-A52C-F132-D508-DD22EE571FB2}" dt="2025-11-25T22:37:16.401" v="201"/>
          <ac:spMkLst>
            <pc:docMk/>
            <pc:sldMk cId="2901158763" sldId="263"/>
            <ac:spMk id="3" creationId="{49732352-227C-8D19-2E2B-690DF7C78A14}"/>
          </ac:spMkLst>
        </pc:spChg>
        <pc:graphicFrameChg chg="add mod ord modGraphic">
          <ac:chgData name="Farzad RASHIDI" userId="S::farzad.rashidi@etu.u-paris.fr::87fda299-6158-4504-a2d0-574b783e30b3" providerId="AD" clId="Web-{9F6FD774-A52C-F132-D508-DD22EE571FB2}" dt="2025-11-25T22:47:34.571" v="395"/>
          <ac:graphicFrameMkLst>
            <pc:docMk/>
            <pc:sldMk cId="2901158763" sldId="263"/>
            <ac:graphicFrameMk id="4" creationId="{1CF93D2F-2B7E-56DD-C12F-573408590EBD}"/>
          </ac:graphicFrameMkLst>
        </pc:graphicFrameChg>
        <pc:picChg chg="add del mod">
          <ac:chgData name="Farzad RASHIDI" userId="S::farzad.rashidi@etu.u-paris.fr::87fda299-6158-4504-a2d0-574b783e30b3" providerId="AD" clId="Web-{9F6FD774-A52C-F132-D508-DD22EE571FB2}" dt="2025-11-25T22:46:00.224" v="373"/>
          <ac:picMkLst>
            <pc:docMk/>
            <pc:sldMk cId="2901158763" sldId="263"/>
            <ac:picMk id="5" creationId="{0077F932-C0CF-B086-9733-6B3240FA4A12}"/>
          </ac:picMkLst>
        </pc:picChg>
        <pc:picChg chg="add del mod">
          <ac:chgData name="Farzad RASHIDI" userId="S::farzad.rashidi@etu.u-paris.fr::87fda299-6158-4504-a2d0-574b783e30b3" providerId="AD" clId="Web-{9F6FD774-A52C-F132-D508-DD22EE571FB2}" dt="2025-11-25T22:46:26.225" v="378"/>
          <ac:picMkLst>
            <pc:docMk/>
            <pc:sldMk cId="2901158763" sldId="263"/>
            <ac:picMk id="6" creationId="{05D34445-7B48-27CE-D15D-239C35CADE4B}"/>
          </ac:picMkLst>
        </pc:picChg>
        <pc:picChg chg="add del mod">
          <ac:chgData name="Farzad RASHIDI" userId="S::farzad.rashidi@etu.u-paris.fr::87fda299-6158-4504-a2d0-574b783e30b3" providerId="AD" clId="Web-{9F6FD774-A52C-F132-D508-DD22EE571FB2}" dt="2025-11-25T22:56:32.995" v="464"/>
          <ac:picMkLst>
            <pc:docMk/>
            <pc:sldMk cId="2901158763" sldId="263"/>
            <ac:picMk id="7" creationId="{D5C54D47-0AAF-6875-0128-1CB387AA3081}"/>
          </ac:picMkLst>
        </pc:picChg>
        <pc:picChg chg="add mod">
          <ac:chgData name="Farzad RASHIDI" userId="S::farzad.rashidi@etu.u-paris.fr::87fda299-6158-4504-a2d0-574b783e30b3" providerId="AD" clId="Web-{9F6FD774-A52C-F132-D508-DD22EE571FB2}" dt="2025-11-25T22:56:39.824" v="466" actId="1076"/>
          <ac:picMkLst>
            <pc:docMk/>
            <pc:sldMk cId="2901158763" sldId="263"/>
            <ac:picMk id="8" creationId="{6FCFC87D-970E-D2C4-5352-ED1526FACCCF}"/>
          </ac:picMkLst>
        </pc:picChg>
      </pc:sldChg>
      <pc:sldChg chg="addSp delSp modSp mod setBg">
        <pc:chgData name="Farzad RASHIDI" userId="S::farzad.rashidi@etu.u-paris.fr::87fda299-6158-4504-a2d0-574b783e30b3" providerId="AD" clId="Web-{9F6FD774-A52C-F132-D508-DD22EE571FB2}" dt="2025-11-25T22:55:23.479" v="458" actId="20577"/>
        <pc:sldMkLst>
          <pc:docMk/>
          <pc:sldMk cId="587153621" sldId="264"/>
        </pc:sldMkLst>
        <pc:spChg chg="mod">
          <ac:chgData name="Farzad RASHIDI" userId="S::farzad.rashidi@etu.u-paris.fr::87fda299-6158-4504-a2d0-574b783e30b3" providerId="AD" clId="Web-{9F6FD774-A52C-F132-D508-DD22EE571FB2}" dt="2025-11-25T22:54:50.166" v="449"/>
          <ac:spMkLst>
            <pc:docMk/>
            <pc:sldMk cId="587153621" sldId="264"/>
            <ac:spMk id="2" creationId="{72463F65-B6E6-36A3-FC38-4ACD21E149B8}"/>
          </ac:spMkLst>
        </pc:spChg>
        <pc:spChg chg="del">
          <ac:chgData name="Farzad RASHIDI" userId="S::farzad.rashidi@etu.u-paris.fr::87fda299-6158-4504-a2d0-574b783e30b3" providerId="AD" clId="Web-{9F6FD774-A52C-F132-D508-DD22EE571FB2}" dt="2025-11-25T22:54:24.729" v="442"/>
          <ac:spMkLst>
            <pc:docMk/>
            <pc:sldMk cId="587153621" sldId="264"/>
            <ac:spMk id="3" creationId="{85967B7E-135D-DEE9-9112-874975B11397}"/>
          </ac:spMkLst>
        </pc:spChg>
        <pc:spChg chg="add mod">
          <ac:chgData name="Farzad RASHIDI" userId="S::farzad.rashidi@etu.u-paris.fr::87fda299-6158-4504-a2d0-574b783e30b3" providerId="AD" clId="Web-{9F6FD774-A52C-F132-D508-DD22EE571FB2}" dt="2025-11-25T22:55:23.479" v="458" actId="20577"/>
          <ac:spMkLst>
            <pc:docMk/>
            <pc:sldMk cId="587153621" sldId="264"/>
            <ac:spMk id="4" creationId="{34AE3A86-067E-07A6-F437-658DBB9D7707}"/>
          </ac:spMkLst>
        </pc:spChg>
        <pc:spChg chg="add del">
          <ac:chgData name="Farzad RASHIDI" userId="S::farzad.rashidi@etu.u-paris.fr::87fda299-6158-4504-a2d0-574b783e30b3" providerId="AD" clId="Web-{9F6FD774-A52C-F132-D508-DD22EE571FB2}" dt="2025-11-25T22:54:50.151" v="448"/>
          <ac:spMkLst>
            <pc:docMk/>
            <pc:sldMk cId="587153621" sldId="264"/>
            <ac:spMk id="10" creationId="{F13C74B1-5B17-4795-BED0-7140497B445A}"/>
          </ac:spMkLst>
        </pc:spChg>
        <pc:spChg chg="add del">
          <ac:chgData name="Farzad RASHIDI" userId="S::farzad.rashidi@etu.u-paris.fr::87fda299-6158-4504-a2d0-574b783e30b3" providerId="AD" clId="Web-{9F6FD774-A52C-F132-D508-DD22EE571FB2}" dt="2025-11-25T22:54:50.151" v="448"/>
          <ac:spMkLst>
            <pc:docMk/>
            <pc:sldMk cId="587153621" sldId="264"/>
            <ac:spMk id="12" creationId="{D4974D33-8DC5-464E-8C6D-BE58F0669C17}"/>
          </ac:spMkLst>
        </pc:spChg>
        <pc:spChg chg="add">
          <ac:chgData name="Farzad RASHIDI" userId="S::farzad.rashidi@etu.u-paris.fr::87fda299-6158-4504-a2d0-574b783e30b3" providerId="AD" clId="Web-{9F6FD774-A52C-F132-D508-DD22EE571FB2}" dt="2025-11-25T22:54:50.166" v="449"/>
          <ac:spMkLst>
            <pc:docMk/>
            <pc:sldMk cId="587153621" sldId="264"/>
            <ac:spMk id="14" creationId="{8D9CE0F4-2EB2-4F1F-8AAC-DB3571D9FE10}"/>
          </ac:spMkLst>
        </pc:spChg>
        <pc:spChg chg="add">
          <ac:chgData name="Farzad RASHIDI" userId="S::farzad.rashidi@etu.u-paris.fr::87fda299-6158-4504-a2d0-574b783e30b3" providerId="AD" clId="Web-{9F6FD774-A52C-F132-D508-DD22EE571FB2}" dt="2025-11-25T22:54:50.166" v="449"/>
          <ac:spMkLst>
            <pc:docMk/>
            <pc:sldMk cId="587153621" sldId="264"/>
            <ac:spMk id="15" creationId="{0B9EE3F3-89B7-43C3-8651-C4C96830993D}"/>
          </ac:spMkLst>
        </pc:spChg>
        <pc:spChg chg="add">
          <ac:chgData name="Farzad RASHIDI" userId="S::farzad.rashidi@etu.u-paris.fr::87fda299-6158-4504-a2d0-574b783e30b3" providerId="AD" clId="Web-{9F6FD774-A52C-F132-D508-DD22EE571FB2}" dt="2025-11-25T22:54:50.166" v="449"/>
          <ac:spMkLst>
            <pc:docMk/>
            <pc:sldMk cId="587153621" sldId="264"/>
            <ac:spMk id="16" creationId="{33AE4636-AEEC-45D6-84D4-7AC2DA48ECF8}"/>
          </ac:spMkLst>
        </pc:spChg>
        <pc:picChg chg="add mod ord">
          <ac:chgData name="Farzad RASHIDI" userId="S::farzad.rashidi@etu.u-paris.fr::87fda299-6158-4504-a2d0-574b783e30b3" providerId="AD" clId="Web-{9F6FD774-A52C-F132-D508-DD22EE571FB2}" dt="2025-11-25T22:54:50.166" v="449"/>
          <ac:picMkLst>
            <pc:docMk/>
            <pc:sldMk cId="587153621" sldId="264"/>
            <ac:picMk id="5" creationId="{A9BD2C84-FB1D-5B0C-E60D-FEB0DCE08D47}"/>
          </ac:picMkLst>
        </pc:picChg>
      </pc:sldChg>
      <pc:sldChg chg="modSp">
        <pc:chgData name="Farzad RASHIDI" userId="S::farzad.rashidi@etu.u-paris.fr::87fda299-6158-4504-a2d0-574b783e30b3" providerId="AD" clId="Web-{9F6FD774-A52C-F132-D508-DD22EE571FB2}" dt="2025-11-25T22:53:51.306" v="430" actId="20577"/>
        <pc:sldMkLst>
          <pc:docMk/>
          <pc:sldMk cId="3247545020" sldId="266"/>
        </pc:sldMkLst>
        <pc:spChg chg="mod">
          <ac:chgData name="Farzad RASHIDI" userId="S::farzad.rashidi@etu.u-paris.fr::87fda299-6158-4504-a2d0-574b783e30b3" providerId="AD" clId="Web-{9F6FD774-A52C-F132-D508-DD22EE571FB2}" dt="2025-11-25T22:53:51.306" v="430" actId="20577"/>
          <ac:spMkLst>
            <pc:docMk/>
            <pc:sldMk cId="3247545020" sldId="266"/>
            <ac:spMk id="3" creationId="{C45110A9-C146-4565-AE60-8422C605BA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BE96B-E83C-F79A-FE54-9E3FD8ED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5CBAFA-1C80-534C-00CA-50D7C8897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ACF264-0C48-162C-40F9-F75B4618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1F5990-AFC4-AFEB-1084-261DE12C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0B9DE-5EC4-3105-38B8-BE653BFA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523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EBFCD9-ADD4-10CE-E42A-11A76DB2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F9980D-D58B-B079-2BC2-F38111C47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4E79D1-D359-4443-F123-1C30F33D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73D858-6C24-9E7B-05DF-E2D90870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ACA1A-0E74-90DA-835D-6B2E0ED2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02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56040-3AE2-DDE6-FD62-EE61A9EF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579CF0-ABAB-2754-1CF9-A532ABA04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5B88B9-AA3E-C9B5-0656-6E180323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D52A74-B918-9E8C-D935-EC6F3FE9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C10D35-A1AC-6584-4E04-C7FAF4FA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61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B42ED9-D13C-FB5A-0B77-BAD0F4E4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9CC81B-BDEB-7684-3DFF-9DF1914B4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8A4519-E95B-6BBA-CD0B-87C3373A9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D6E178-0CEC-D3BE-119A-6BFD11E6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01EF71-9444-FF8A-C604-19580081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55BB50-EE36-95AF-6846-5228C0E5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82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7BBCE-D9D7-705B-ED7B-4D2E9C46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01CE7F-D3F0-1160-9D2F-903B75883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E39B89-D9C9-3433-A20D-FB8103684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325C89E-1468-2539-0EB3-7DAE24DD5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AD0833-0A09-C27B-F586-9B5A54038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4D7C37-DD41-C26B-1D7D-C6598DC1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899175E-4F15-F67A-FF0E-6D27BAC5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A2CDDD-3CF1-2957-3198-190DF06F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37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A7117-0E38-ADB1-60E8-71EC351A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A74CF2A-4B91-8D46-CFD9-3A734B4E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4A057D-EAE5-0226-762B-473BEC386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C653DA-CAE6-1A4B-6CF6-8C18DC19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29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EE07B10-C0ED-7BB3-356F-4A14F1ED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3E5E40-90EB-AB87-B6E8-587F4CA1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B44212-41EC-C390-E2BF-4DAC1442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65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16A30-C3E0-8BF7-9ECD-E93C0969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5CCF0E-7203-E35B-CE4C-1B9783BA9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4ABD19-0420-6E7F-8E85-1405EA21E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0CF1B3-2068-562B-C469-5EC57173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BDBA7C-6DCA-6503-525F-FDCD4B61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89E044-64BA-A0F2-4A04-E6625F4E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10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C6F955-BB7F-5A5C-6A41-54B92A14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98BF40-733D-B524-E5B6-21EDBBE16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AC78B2-01FD-AC03-0A5D-F7EF3B93C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1F617E-FC2D-9A3D-3187-CA02247F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683751-D202-85DF-C9C6-71DA8D71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3ECB7F-8D1D-2846-4879-E4C53DD9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49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AEA13C-6B06-3F5A-43A6-33BBE0B2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00D385-284B-017A-F6FD-5B298464F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9153CC-4C87-B694-B7E1-6A235DE3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782BF-D3B4-CE52-0104-85CA8A8E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CC47BE-BEC8-DDDF-A324-640058D8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69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8F72719-65BB-41E0-E64C-CDF9641FD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46949F-20B8-936C-4736-D14B01928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77129-50B9-36A7-151A-AD1A73FA4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094253-4BB0-438D-6E02-1863CCAE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DC1AB6-318A-BC7A-2ABC-E048406C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18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4F54EF3-02C7-C3B5-1BBE-D67B2B32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04C428-A434-04D9-A8C0-5A49D3794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F258B5-3FDD-1B62-824C-CAD703A5E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758B3-70F6-4037-8E62-5E27A3A75C3A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9E9AAE-94F1-CF4A-E81C-60B2B26A7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4C23DC-0F91-2B4F-FA7B-B02E3D8D2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291CE-072F-4AE9-B07C-B0D7B7E0E9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0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vw.cac.cornell.edu/linux" TargetMode="External"/><Relationship Id="rId2" Type="http://schemas.openxmlformats.org/officeDocument/2006/relationships/hyperlink" Target="https://quotation.io/quote/bad-programmers-worry-code-good-programm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cmobitech.com/selecting-the-perfect-os-for-your-pc/" TargetMode="External"/><Relationship Id="rId4" Type="http://schemas.openxmlformats.org/officeDocument/2006/relationships/hyperlink" Target="https://gs.statcounter.com/os-market-share/desktop/worldw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5BB6-5B05-F74C-3FC6-4686FEF3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Voici pourquoi vous devriez vous intéresser à Linux en 2025">
            <a:extLst>
              <a:ext uri="{FF2B5EF4-FFF2-40B4-BE49-F238E27FC236}">
                <a16:creationId xmlns:a16="http://schemas.microsoft.com/office/drawing/2014/main" id="{57559D73-50B4-6A87-54E8-14DD6E39F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665" y="9351"/>
            <a:ext cx="12192891" cy="6846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AC26B1-1FFC-CA70-320D-EFABE5B6880D}"/>
              </a:ext>
            </a:extLst>
          </p:cNvPr>
          <p:cNvSpPr txBox="1"/>
          <p:nvPr/>
        </p:nvSpPr>
        <p:spPr>
          <a:xfrm>
            <a:off x="0" y="4869493"/>
            <a:ext cx="20459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orgia"/>
              </a:rPr>
              <a:t>Laurent Cai </a:t>
            </a:r>
          </a:p>
          <a:p>
            <a:r>
              <a:rPr lang="en-US" dirty="0">
                <a:latin typeface="Georgia"/>
              </a:rPr>
              <a:t>Farzad Rashidi</a:t>
            </a:r>
          </a:p>
          <a:p>
            <a:pPr algn="ctr"/>
            <a:endParaRPr lang="en-US" dirty="0"/>
          </a:p>
        </p:txBody>
      </p:sp>
      <p:pic>
        <p:nvPicPr>
          <p:cNvPr id="7" name="Picture 6" descr="Université Paris Cité - CFA numiA">
            <a:extLst>
              <a:ext uri="{FF2B5EF4-FFF2-40B4-BE49-F238E27FC236}">
                <a16:creationId xmlns:a16="http://schemas.microsoft.com/office/drawing/2014/main" id="{90DAF746-8500-8247-83E5-C629B66F4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75" y="5797618"/>
            <a:ext cx="2743199" cy="10456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15FC8-ABCB-43DE-EE73-6AD8C7498ECB}"/>
              </a:ext>
            </a:extLst>
          </p:cNvPr>
          <p:cNvSpPr txBox="1"/>
          <p:nvPr/>
        </p:nvSpPr>
        <p:spPr>
          <a:xfrm>
            <a:off x="1367425" y="360124"/>
            <a:ext cx="11555259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aseline="0" dirty="0">
                <a:latin typeface="Georgia"/>
              </a:rPr>
              <a:t>What is Linux and its' applications?</a:t>
            </a:r>
            <a:r>
              <a:rPr sz="4400" dirty="0">
                <a:latin typeface="Georgia"/>
                <a:ea typeface="Aptos Display"/>
                <a:cs typeface="Aptos Display"/>
              </a:rPr>
              <a:t>​</a:t>
            </a:r>
            <a:endParaRPr lang="en-US" dirty="0">
              <a:latin typeface="Georgia"/>
            </a:endParaRPr>
          </a:p>
          <a:p>
            <a:pPr algn="ctr"/>
            <a:endParaRPr lang="en-US" dirty="0">
              <a:latin typeface="Georgia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7B75E5E1-0C26-4061-70BA-57B690E82473}"/>
              </a:ext>
            </a:extLst>
          </p:cNvPr>
          <p:cNvSpPr txBox="1"/>
          <p:nvPr/>
        </p:nvSpPr>
        <p:spPr>
          <a:xfrm>
            <a:off x="563671" y="1678739"/>
            <a:ext cx="296449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“Bad programmers worry about the code. Good programmers worry about data structures and their relationships”</a:t>
            </a:r>
          </a:p>
        </p:txBody>
      </p:sp>
    </p:spTree>
    <p:extLst>
      <p:ext uri="{BB962C8B-B14F-4D97-AF65-F5344CB8AC3E}">
        <p14:creationId xmlns:p14="http://schemas.microsoft.com/office/powerpoint/2010/main" val="29008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C6E98-5358-C7BB-3CDD-8AC71F0A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27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Summary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51C947-C882-282B-CEB0-52EC45FEC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noProof="0" dirty="0"/>
              <a:t>What is Linux ?</a:t>
            </a:r>
          </a:p>
          <a:p>
            <a:pPr marL="514350" indent="-514350">
              <a:buAutoNum type="arabicPeriod"/>
            </a:pPr>
            <a:r>
              <a:rPr lang="en-US" noProof="0" dirty="0"/>
              <a:t>What are Linux’s</a:t>
            </a:r>
            <a:r>
              <a:rPr lang="en-US" dirty="0"/>
              <a:t> </a:t>
            </a:r>
            <a:r>
              <a:rPr lang="en-US" dirty="0">
                <a:ea typeface="+mn-lt"/>
                <a:cs typeface="+mn-lt"/>
              </a:rPr>
              <a:t>Distribution </a:t>
            </a:r>
            <a:r>
              <a:rPr lang="en-US" dirty="0"/>
              <a:t> </a:t>
            </a:r>
            <a:r>
              <a:rPr lang="en-US" noProof="0" dirty="0"/>
              <a:t>?</a:t>
            </a:r>
          </a:p>
          <a:p>
            <a:pPr marL="514350" indent="-514350">
              <a:buAutoNum type="arabicPeriod"/>
            </a:pPr>
            <a:r>
              <a:rPr lang="en-US" dirty="0"/>
              <a:t>Differences between Linux and other’s systems</a:t>
            </a:r>
            <a:endParaRPr lang="en-US" noProof="0" dirty="0"/>
          </a:p>
          <a:p>
            <a:pPr marL="514350" indent="-514350">
              <a:buAutoNum type="arabicPeriod"/>
            </a:pPr>
            <a:r>
              <a:rPr lang="en-US" noProof="0" dirty="0"/>
              <a:t>Benefits and deficits of Linux</a:t>
            </a:r>
          </a:p>
          <a:p>
            <a:pPr marL="514350" indent="-514350">
              <a:buAutoNum type="arabicPeriod"/>
            </a:pPr>
            <a:r>
              <a:rPr lang="en-US" noProof="0" dirty="0"/>
              <a:t>Applications of Linux in our lives</a:t>
            </a:r>
          </a:p>
          <a:p>
            <a:pPr marL="514350" indent="-514350">
              <a:buAutoNum type="arabicPeriod"/>
            </a:pPr>
            <a:r>
              <a:rPr lang="en-US" noProof="0" dirty="0"/>
              <a:t>Comparison of Linux and Windows/MacOS</a:t>
            </a:r>
          </a:p>
        </p:txBody>
      </p:sp>
      <p:pic>
        <p:nvPicPr>
          <p:cNvPr id="6" name="Image 5" descr="Une image contenant conception, art, jouet&#10;&#10;Le contenu généré par l’IA peut être incorrect.">
            <a:extLst>
              <a:ext uri="{FF2B5EF4-FFF2-40B4-BE49-F238E27FC236}">
                <a16:creationId xmlns:a16="http://schemas.microsoft.com/office/drawing/2014/main" id="{6FD2CB90-4715-0A54-7044-07369F463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692" y="365125"/>
            <a:ext cx="2578687" cy="257868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31CBE3D-47E5-C5E0-D35D-751720D10A4B}"/>
              </a:ext>
            </a:extLst>
          </p:cNvPr>
          <p:cNvSpPr txBox="1"/>
          <p:nvPr/>
        </p:nvSpPr>
        <p:spPr>
          <a:xfrm>
            <a:off x="2997761" y="1111825"/>
            <a:ext cx="6308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“Bad programmers worry about the code. Good programmers worry about data structures and their relationships”</a:t>
            </a:r>
          </a:p>
        </p:txBody>
      </p:sp>
    </p:spTree>
    <p:extLst>
      <p:ext uri="{BB962C8B-B14F-4D97-AF65-F5344CB8AC3E}">
        <p14:creationId xmlns:p14="http://schemas.microsoft.com/office/powerpoint/2010/main" val="340489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0076E8-0F88-877A-719C-E5806D4D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1159" y="-218"/>
            <a:ext cx="2707709" cy="834961"/>
          </a:xfrm>
        </p:spPr>
        <p:txBody>
          <a:bodyPr/>
          <a:lstStyle/>
          <a:p>
            <a:pPr algn="ctr"/>
            <a:r>
              <a:rPr lang="en-US" noProof="0" dirty="0">
                <a:latin typeface="Georgia"/>
              </a:rPr>
              <a:t>History</a:t>
            </a:r>
          </a:p>
        </p:txBody>
      </p:sp>
      <p:pic>
        <p:nvPicPr>
          <p:cNvPr id="5" name="Picture 4" descr="A penguin in an egg shell on a desk&#10;&#10;AI-generated content may be incorrect.">
            <a:extLst>
              <a:ext uri="{FF2B5EF4-FFF2-40B4-BE49-F238E27FC236}">
                <a16:creationId xmlns:a16="http://schemas.microsoft.com/office/drawing/2014/main" id="{9F6976A8-66C7-2A58-3CBF-4BF135FA4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" y="-4437"/>
            <a:ext cx="4289121" cy="3850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71D1A5-E4EA-926C-C188-63D297CF86EA}"/>
              </a:ext>
            </a:extLst>
          </p:cNvPr>
          <p:cNvSpPr txBox="1"/>
          <p:nvPr/>
        </p:nvSpPr>
        <p:spPr>
          <a:xfrm>
            <a:off x="4592877" y="829849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orgia"/>
              </a:rPr>
              <a:t>Linux is, in general, an operating system. It is originally a Unix-like operating system and was first released in September 1991 by Linus Torvalds, a professor at the University of Helsinki (Torvalds, 2001).</a:t>
            </a:r>
          </a:p>
          <a:p>
            <a:pPr algn="ctr"/>
            <a:endParaRPr lang="en-US" dirty="0">
              <a:latin typeface="Georg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5FE85-5B37-5540-C4E5-709DF61BB019}"/>
              </a:ext>
            </a:extLst>
          </p:cNvPr>
          <p:cNvSpPr txBox="1"/>
          <p:nvPr/>
        </p:nvSpPr>
        <p:spPr>
          <a:xfrm>
            <a:off x="0" y="3836096"/>
            <a:ext cx="41022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orgia"/>
              </a:rPr>
              <a:t>The goal of the creator of Linux was to create a lightweight and free operating system that could adapt to his student circumstances so that there was no need to upgrade the software or use paid systems (Raymond, 1999; Corbet et al., 2005).</a:t>
            </a:r>
          </a:p>
          <a:p>
            <a:pPr algn="ctr"/>
            <a:endParaRPr lang="en-US" dirty="0">
              <a:latin typeface="Georgia"/>
            </a:endParaRPr>
          </a:p>
        </p:txBody>
      </p:sp>
      <p:pic>
        <p:nvPicPr>
          <p:cNvPr id="10" name="Content Placeholder 9" descr="Headquarters of Microsoft, Apple and Linux : r/linuxmemes">
            <a:extLst>
              <a:ext uri="{FF2B5EF4-FFF2-40B4-BE49-F238E27FC236}">
                <a16:creationId xmlns:a16="http://schemas.microsoft.com/office/drawing/2014/main" id="{1B56EEC0-C300-02AF-890B-D09F63A25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91352" y="2316227"/>
            <a:ext cx="4799269" cy="4351338"/>
          </a:xfrm>
          <a:prstGeom prst="rect">
            <a:avLst/>
          </a:prstGeom>
        </p:spPr>
      </p:pic>
      <p:pic>
        <p:nvPicPr>
          <p:cNvPr id="11" name="Picture 10" descr="Linus Torvalds' workstation vs a fancy AI setup: what matters most for  engineers. | Muhammad Usman - ISTQB®CTFL posted on the topic | LinkedIn">
            <a:extLst>
              <a:ext uri="{FF2B5EF4-FFF2-40B4-BE49-F238E27FC236}">
                <a16:creationId xmlns:a16="http://schemas.microsoft.com/office/drawing/2014/main" id="{92629512-5D1A-8FE3-024C-EB8913E8C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7941" y="2205559"/>
            <a:ext cx="3108804" cy="464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4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208EA3-CEFC-59E2-E666-FDF71550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Linux’s Distribution </a:t>
            </a:r>
          </a:p>
        </p:txBody>
      </p:sp>
      <p:pic>
        <p:nvPicPr>
          <p:cNvPr id="12" name="Content Placeholder 11" descr="Confessions: Choosing a Linux Distribution">
            <a:extLst>
              <a:ext uri="{FF2B5EF4-FFF2-40B4-BE49-F238E27FC236}">
                <a16:creationId xmlns:a16="http://schemas.microsoft.com/office/drawing/2014/main" id="{38DC5995-97EE-6FD0-57CF-935218806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296" y="354972"/>
            <a:ext cx="5471160" cy="3857167"/>
          </a:xfrm>
          <a:prstGeom prst="rect">
            <a:avLst/>
          </a:pr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9A8C8-4084-3DED-E704-8CEB59038D18}"/>
              </a:ext>
            </a:extLst>
          </p:cNvPr>
          <p:cNvSpPr txBox="1"/>
          <p:nvPr/>
        </p:nvSpPr>
        <p:spPr>
          <a:xfrm>
            <a:off x="5333999" y="4440365"/>
            <a:ext cx="6214871" cy="172269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Linux has thousands of distributions that users customize and use depending on their needs and scope of work (Scachi, 200).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6899A7-2B30-98A5-E3E0-1EF38D808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736419"/>
              </p:ext>
            </p:extLst>
          </p:nvPr>
        </p:nvGraphicFramePr>
        <p:xfrm>
          <a:off x="6254496" y="523999"/>
          <a:ext cx="5471161" cy="351911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546069">
                  <a:extLst>
                    <a:ext uri="{9D8B030D-6E8A-4147-A177-3AD203B41FA5}">
                      <a16:colId xmlns:a16="http://schemas.microsoft.com/office/drawing/2014/main" val="3318281148"/>
                    </a:ext>
                  </a:extLst>
                </a:gridCol>
                <a:gridCol w="1983880">
                  <a:extLst>
                    <a:ext uri="{9D8B030D-6E8A-4147-A177-3AD203B41FA5}">
                      <a16:colId xmlns:a16="http://schemas.microsoft.com/office/drawing/2014/main" val="1517210173"/>
                    </a:ext>
                  </a:extLst>
                </a:gridCol>
                <a:gridCol w="1941212">
                  <a:extLst>
                    <a:ext uri="{9D8B030D-6E8A-4147-A177-3AD203B41FA5}">
                      <a16:colId xmlns:a16="http://schemas.microsoft.com/office/drawing/2014/main" val="1135240941"/>
                    </a:ext>
                  </a:extLst>
                </a:gridCol>
              </a:tblGrid>
              <a:tr h="7729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cap="none" spc="0" noProof="0">
                          <a:solidFill>
                            <a:schemeClr val="bg1"/>
                          </a:solidFill>
                        </a:rPr>
                        <a:t>Distribution</a:t>
                      </a:r>
                      <a:endParaRPr lang="en-US" sz="19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6856" marR="106856" marT="106856" marB="534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cap="none" spc="0" noProof="0">
                          <a:solidFill>
                            <a:schemeClr val="bg1"/>
                          </a:solidFill>
                          <a:latin typeface="Aptos"/>
                        </a:rPr>
                        <a:t>Development model</a:t>
                      </a:r>
                      <a:endParaRPr lang="en-US" sz="19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6856" marR="106856" marT="106856" marB="534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Good for</a:t>
                      </a:r>
                    </a:p>
                  </a:txBody>
                  <a:tcPr marL="106856" marR="106856" marT="106856" marB="5342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164358"/>
                  </a:ext>
                </a:extLst>
              </a:tr>
              <a:tr h="63044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Debian</a:t>
                      </a:r>
                      <a:endParaRPr lang="en-US" sz="1400" b="1" i="0" u="none" strike="noStrike" cap="none" spc="0" noProof="0">
                        <a:solidFill>
                          <a:schemeClr val="tx1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High Stability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General user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318104"/>
                  </a:ext>
                </a:extLst>
              </a:tr>
              <a:tr h="844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Red Hat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first priority is stability and security.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Suitable for servers and systems requiring high security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609499"/>
                  </a:ext>
                </a:extLst>
              </a:tr>
              <a:tr h="12715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Arch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The first priority is to stay up to date. The user always wants to have the fastest and newest features.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</a:rPr>
                        <a:t>Best suited for developers, power users, and those requiring the lightest system.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56" marR="106856" marT="106856" marB="534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540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867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5D195-E411-55B7-078C-12857F4E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Difference between Linux </a:t>
            </a:r>
            <a:r>
              <a:rPr lang="en-US" noProof="0"/>
              <a:t>and other OS</a:t>
            </a:r>
            <a:endParaRPr lang="en-US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95E2D1-4FC1-D312-9914-303A7B4F1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4880" y="1363497"/>
            <a:ext cx="2168588" cy="823912"/>
          </a:xfrm>
        </p:spPr>
        <p:txBody>
          <a:bodyPr/>
          <a:lstStyle/>
          <a:p>
            <a:pPr algn="ctr"/>
            <a:r>
              <a:rPr lang="fr-FR" dirty="0"/>
              <a:t>Windows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2BB82F8-0C20-FBF1-83C1-C4C42CBF2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460390" y="1563624"/>
            <a:ext cx="1265522" cy="423658"/>
          </a:xfrm>
        </p:spPr>
        <p:txBody>
          <a:bodyPr/>
          <a:lstStyle/>
          <a:p>
            <a:r>
              <a:rPr lang="fr-FR" dirty="0"/>
              <a:t>MacOs</a:t>
            </a:r>
          </a:p>
        </p:txBody>
      </p:sp>
      <p:pic>
        <p:nvPicPr>
          <p:cNvPr id="21" name="Espace réservé du contenu 20" descr="Une image contenant Bleu électrique, text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8FA4CA8A-F4D7-CFCA-80AD-6E99A8D508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179" y="2133339"/>
            <a:ext cx="3683839" cy="228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16" descr="Résultat d’images pour images*">
            <a:extLst>
              <a:ext uri="{FF2B5EF4-FFF2-40B4-BE49-F238E27FC236}">
                <a16:creationId xmlns:a16="http://schemas.microsoft.com/office/drawing/2014/main" id="{CA4243DB-30F2-A4C9-00C3-94EEE18505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B608DF5-ABEF-FDDD-B114-F0B97F0B57D4}"/>
              </a:ext>
            </a:extLst>
          </p:cNvPr>
          <p:cNvSpPr txBox="1"/>
          <p:nvPr/>
        </p:nvSpPr>
        <p:spPr>
          <a:xfrm>
            <a:off x="4488654" y="1563624"/>
            <a:ext cx="2743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Linux</a:t>
            </a:r>
          </a:p>
        </p:txBody>
      </p:sp>
      <p:pic>
        <p:nvPicPr>
          <p:cNvPr id="29" name="Content Placeholder 3" descr="Voici pourquoi vous devriez vous intéresser à Linux en 2025">
            <a:extLst>
              <a:ext uri="{FF2B5EF4-FFF2-40B4-BE49-F238E27FC236}">
                <a16:creationId xmlns:a16="http://schemas.microsoft.com/office/drawing/2014/main" id="{76CD8C7A-B06B-55E4-E3D0-4C8EAE9AD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289" y="2025391"/>
            <a:ext cx="4072287" cy="2286521"/>
          </a:xfrm>
          <a:prstGeom prst="rect">
            <a:avLst/>
          </a:prstGeom>
        </p:spPr>
      </p:pic>
      <p:pic>
        <p:nvPicPr>
          <p:cNvPr id="31" name="Image 30" descr="Une image contenant Graphique, logo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D8699617-121A-1CB4-18A4-E9D4D89B7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941" y="1918764"/>
            <a:ext cx="2682165" cy="1784859"/>
          </a:xfrm>
          <a:prstGeom prst="rect">
            <a:avLst/>
          </a:prstGeom>
        </p:spPr>
      </p:pic>
      <p:pic>
        <p:nvPicPr>
          <p:cNvPr id="33" name="Image 32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D19098F5-885F-C8C9-2036-CD4F4FF871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078" y="3471598"/>
            <a:ext cx="1444327" cy="1680506"/>
          </a:xfrm>
          <a:prstGeom prst="rect">
            <a:avLst/>
          </a:prstGeom>
        </p:spPr>
      </p:pic>
      <p:sp>
        <p:nvSpPr>
          <p:cNvPr id="3" name="AutoShape 2" descr="Résultat d’images pour interface windows">
            <a:extLst>
              <a:ext uri="{FF2B5EF4-FFF2-40B4-BE49-F238E27FC236}">
                <a16:creationId xmlns:a16="http://schemas.microsoft.com/office/drawing/2014/main" id="{5B09C792-F732-D719-0B9C-545E5B653D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Image 10" descr="Une image contenant capture d’écran, texte, Logiciel multimédia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EFC1FB62-ECCC-CD16-A2A7-E8E2D82DDE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92" y="4445223"/>
            <a:ext cx="3106150" cy="2071602"/>
          </a:xfrm>
          <a:prstGeom prst="rect">
            <a:avLst/>
          </a:prstGeom>
        </p:spPr>
      </p:pic>
      <p:pic>
        <p:nvPicPr>
          <p:cNvPr id="13" name="Image 12" descr="Une image contenant capture d’écran, Logiciel multimédia, logiciel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8FA8E37D-8D39-BC92-044F-E2DA50AC55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647" y="4119358"/>
            <a:ext cx="3288501" cy="2428218"/>
          </a:xfrm>
          <a:prstGeom prst="rect">
            <a:avLst/>
          </a:prstGeom>
        </p:spPr>
      </p:pic>
      <p:pic>
        <p:nvPicPr>
          <p:cNvPr id="16" name="Image 15" descr="Une image contenant texte, Logiciel multimédia, logiciel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A61B222-D064-BFBC-B316-2730354004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12" y="4351645"/>
            <a:ext cx="3467214" cy="21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162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D083D5-7DF3-4906-1726-B669A9A9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Benefits and deficits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38E6A-D435-5D60-3913-6B68271EA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6619" y="547815"/>
            <a:ext cx="5178960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/>
          </a:p>
        </p:txBody>
      </p:sp>
      <p:pic>
        <p:nvPicPr>
          <p:cNvPr id="8" name="Picture 7" descr="A cartoon of a penguin and a penguin&#10;&#10;AI-generated content may be incorrect.">
            <a:extLst>
              <a:ext uri="{FF2B5EF4-FFF2-40B4-BE49-F238E27FC236}">
                <a16:creationId xmlns:a16="http://schemas.microsoft.com/office/drawing/2014/main" id="{6FCFC87D-970E-D2C4-5352-ED1526FA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36" y="2421924"/>
            <a:ext cx="4241309" cy="3711146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F93D2F-2B7E-56DD-C12F-573408590EB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93604911"/>
              </p:ext>
            </p:extLst>
          </p:nvPr>
        </p:nvGraphicFramePr>
        <p:xfrm>
          <a:off x="6198394" y="2636646"/>
          <a:ext cx="5167186" cy="3281704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  <a:tableStyleId>{17292A2E-F333-43FB-9621-5CBBE7FDCDCB}</a:tableStyleId>
              </a:tblPr>
              <a:tblGrid>
                <a:gridCol w="2576235">
                  <a:extLst>
                    <a:ext uri="{9D8B030D-6E8A-4147-A177-3AD203B41FA5}">
                      <a16:colId xmlns:a16="http://schemas.microsoft.com/office/drawing/2014/main" val="1389234156"/>
                    </a:ext>
                  </a:extLst>
                </a:gridCol>
                <a:gridCol w="2590951">
                  <a:extLst>
                    <a:ext uri="{9D8B030D-6E8A-4147-A177-3AD203B41FA5}">
                      <a16:colId xmlns:a16="http://schemas.microsoft.com/office/drawing/2014/main" val="3651121371"/>
                    </a:ext>
                  </a:extLst>
                </a:gridCol>
              </a:tblGrid>
              <a:tr h="6539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 strike="noStrike" cap="all" spc="60" noProof="0">
                          <a:solidFill>
                            <a:schemeClr val="tx1"/>
                          </a:solidFill>
                        </a:rPr>
                        <a:t>Benefits</a:t>
                      </a:r>
                      <a:endParaRPr lang="en-US" sz="16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181644" marR="181644" marT="181644" marB="1816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 strike="noStrike" cap="all" spc="60" noProof="0">
                          <a:solidFill>
                            <a:schemeClr val="tx1"/>
                          </a:solidFill>
                        </a:rPr>
                        <a:t>Deficits</a:t>
                      </a:r>
                      <a:endParaRPr lang="en-US" sz="16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181644" marR="181644" marT="181644" marB="1816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634120"/>
                  </a:ext>
                </a:extLst>
              </a:tr>
              <a:tr h="5530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 u="none" strike="noStrike" cap="none" spc="0" noProof="0">
                          <a:solidFill>
                            <a:schemeClr val="bg1"/>
                          </a:solidFill>
                        </a:rPr>
                        <a:t>Free and open</a:t>
                      </a:r>
                    </a:p>
                  </a:txBody>
                  <a:tcPr marL="121096" marR="121096" marT="60548" marB="121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 u="none" strike="noStrike" cap="none" spc="0" noProof="0">
                          <a:solidFill>
                            <a:schemeClr val="bg1"/>
                          </a:solidFill>
                        </a:rPr>
                        <a:t>No unified support</a:t>
                      </a:r>
                    </a:p>
                  </a:txBody>
                  <a:tcPr marL="121096" marR="121096" marT="60548" marB="121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146688"/>
                  </a:ext>
                </a:extLst>
              </a:tr>
              <a:tr h="8759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 u="none" strike="noStrike" cap="none" spc="0" noProof="0">
                          <a:solidFill>
                            <a:schemeClr val="bg1"/>
                          </a:solidFill>
                        </a:rPr>
                        <a:t>Secure and stable</a:t>
                      </a:r>
                    </a:p>
                  </a:txBody>
                  <a:tcPr marL="121096" marR="121096" marT="60548" marB="121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 u="none" strike="noStrike" cap="none" spc="0" noProof="0">
                          <a:solidFill>
                            <a:schemeClr val="bg1"/>
                          </a:solidFill>
                        </a:rPr>
                        <a:t>Software </a:t>
                      </a:r>
                      <a:r>
                        <a:rPr lang="en-US" sz="2100" u="none" strike="noStrike" cap="none" spc="0" noProof="0" err="1">
                          <a:solidFill>
                            <a:schemeClr val="bg1"/>
                          </a:solidFill>
                        </a:rPr>
                        <a:t>incompmtbiblity</a:t>
                      </a:r>
                    </a:p>
                  </a:txBody>
                  <a:tcPr marL="121096" marR="121096" marT="60548" marB="121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454795"/>
                  </a:ext>
                </a:extLst>
              </a:tr>
              <a:tr h="11988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 u="none" strike="noStrike" cap="none" spc="0" noProof="0">
                          <a:solidFill>
                            <a:schemeClr val="bg1"/>
                          </a:solidFill>
                        </a:rPr>
                        <a:t>Flexible and customizable</a:t>
                      </a:r>
                    </a:p>
                  </a:txBody>
                  <a:tcPr marL="121096" marR="121096" marT="60548" marB="121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 u="none" strike="noStrike" cap="none" spc="0" noProof="0">
                          <a:solidFill>
                            <a:schemeClr val="bg1"/>
                          </a:solidFill>
                        </a:rPr>
                        <a:t>Complexity and steep learning curve</a:t>
                      </a:r>
                      <a:endParaRPr lang="en-US" sz="21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1096" marR="121096" marT="60548" marB="1210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008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15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/>
      </p:transition>
    </mc:Choice>
    <mc:Fallback xmlns="">
      <p:transition spd="slow">
        <p:cov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463F65-B6E6-36A3-FC38-4ACD21E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Applications in our lives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E3A86-067E-07A6-F437-658DBB9D7707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/>
              </a:rPr>
              <a:t> Smartphones (Android) Android: The kernel of the Android operating system is built directly on Linux. Millions of people use Linux in their pockets every day (Abbot, 2017).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Georgia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/>
              </a:rPr>
              <a:t> Internet and web infrastructure Web servers: More than 90% of the world's web servers use Linux distributions (such as Red Hat and Ubuntu). Every time you open a website, you have used Linux services. Cloud: Large platforms such as Amazon, Google Cloud, and Microsoft Azure have built their core infrastructure on Linux (Abbot, 2017).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Georgia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Georgia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/>
              </a:rPr>
              <a:t> Modems and routers Modem and router: Your home Wi-Fi modems and routers often use very lightweight and optimized versions of Linux to manage the network (Abbot, 2017).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Georgia"/>
            </a:endParaRPr>
          </a:p>
        </p:txBody>
      </p:sp>
      <p:pic>
        <p:nvPicPr>
          <p:cNvPr id="5" name="Content Placeholder 4" descr="20 apps you can use the same way on both Linux and Windows — part 1 - Linux  Kamarada">
            <a:extLst>
              <a:ext uri="{FF2B5EF4-FFF2-40B4-BE49-F238E27FC236}">
                <a16:creationId xmlns:a16="http://schemas.microsoft.com/office/drawing/2014/main" id="{A9BD2C84-FB1D-5B0C-E60D-FEB0DCE08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816" y="1710712"/>
            <a:ext cx="6440424" cy="338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5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4860A3-BD00-C654-02B6-EDC33BFE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Comparaison</a:t>
            </a:r>
          </a:p>
        </p:txBody>
      </p:sp>
      <p:pic>
        <p:nvPicPr>
          <p:cNvPr id="4" name="Espace réservé du contenu 20" descr="Une image contenant Bleu électrique, text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7ECCE940-5106-911F-6744-08D28EA7A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747" y="1690688"/>
            <a:ext cx="3683839" cy="228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3" descr="Voici pourquoi vous devriez vous intéresser à Linux en 2025">
            <a:extLst>
              <a:ext uri="{FF2B5EF4-FFF2-40B4-BE49-F238E27FC236}">
                <a16:creationId xmlns:a16="http://schemas.microsoft.com/office/drawing/2014/main" id="{BB1F38B6-A1A6-93C0-9294-3CC656EC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586" y="3833813"/>
            <a:ext cx="4072287" cy="2286521"/>
          </a:xfrm>
          <a:prstGeom prst="rect">
            <a:avLst/>
          </a:prstGeom>
        </p:spPr>
      </p:pic>
      <p:pic>
        <p:nvPicPr>
          <p:cNvPr id="6" name="Image 5" descr="Une image contenant Graphique, logo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BABC4A6C-7D2F-A198-94BE-5DA6192E4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973" y="1652579"/>
            <a:ext cx="3493296" cy="2324630"/>
          </a:xfrm>
          <a:prstGeom prst="rect">
            <a:avLst/>
          </a:prstGeom>
        </p:spPr>
      </p:pic>
      <p:pic>
        <p:nvPicPr>
          <p:cNvPr id="7" name="Image 6" descr="Une image contenant habits, Visage humain, homme, personne&#10;&#10;Le contenu généré par l’IA peut être incorrect.">
            <a:extLst>
              <a:ext uri="{FF2B5EF4-FFF2-40B4-BE49-F238E27FC236}">
                <a16:creationId xmlns:a16="http://schemas.microsoft.com/office/drawing/2014/main" id="{6BAB5014-339A-74A5-56CF-16529175D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07595"/>
            <a:ext cx="1940055" cy="1985077"/>
          </a:xfrm>
          <a:prstGeom prst="rect">
            <a:avLst/>
          </a:prstGeom>
        </p:spPr>
      </p:pic>
      <p:pic>
        <p:nvPicPr>
          <p:cNvPr id="11" name="Image 10" descr="Une image contenant personne, sourire, Visage humain, habits&#10;&#10;Le contenu généré par l’IA peut être incorrect.">
            <a:extLst>
              <a:ext uri="{FF2B5EF4-FFF2-40B4-BE49-F238E27FC236}">
                <a16:creationId xmlns:a16="http://schemas.microsoft.com/office/drawing/2014/main" id="{C1480067-3E9F-4887-F1C2-8B18070070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039" y="1547292"/>
            <a:ext cx="2832745" cy="2286521"/>
          </a:xfrm>
          <a:prstGeom prst="rect">
            <a:avLst/>
          </a:prstGeom>
        </p:spPr>
      </p:pic>
      <p:pic>
        <p:nvPicPr>
          <p:cNvPr id="14" name="Image 13" descr="Une image contenant personne, Visage humain, Front, sourcil&#10;&#10;Le contenu généré par l’IA peut être incorrect.">
            <a:extLst>
              <a:ext uri="{FF2B5EF4-FFF2-40B4-BE49-F238E27FC236}">
                <a16:creationId xmlns:a16="http://schemas.microsoft.com/office/drawing/2014/main" id="{5AC9E862-CAB2-9748-A97E-0F56F6CFE6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39" y="4053937"/>
            <a:ext cx="1940055" cy="185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63697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668FAC-42F6-02C5-DC7D-B4393AE5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noProof="0" dirty="0"/>
            </a:b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3E9A04D-E703-8704-ACB9-B51FF3436613}"/>
              </a:ext>
            </a:extLst>
          </p:cNvPr>
          <p:cNvSpPr txBox="1"/>
          <p:nvPr/>
        </p:nvSpPr>
        <p:spPr>
          <a:xfrm>
            <a:off x="1460090" y="5908100"/>
            <a:ext cx="9271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Linus Torvalds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A4441CD-67FC-BDBF-5888-1952CBDD8BC5}"/>
              </a:ext>
            </a:extLst>
          </p:cNvPr>
          <p:cNvSpPr txBox="1"/>
          <p:nvPr/>
        </p:nvSpPr>
        <p:spPr>
          <a:xfrm>
            <a:off x="1543050" y="119360"/>
            <a:ext cx="98107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“Bad programmers worry about the code. Good programmers worry about data structures and their relationships”</a:t>
            </a:r>
          </a:p>
        </p:txBody>
      </p:sp>
    </p:spTree>
    <p:extLst>
      <p:ext uri="{BB962C8B-B14F-4D97-AF65-F5344CB8AC3E}">
        <p14:creationId xmlns:p14="http://schemas.microsoft.com/office/powerpoint/2010/main" val="7623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586F-37DF-9337-0A05-DEE14AD7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110A9-C146-4565-AE60-8422C605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Quote : </a:t>
            </a:r>
            <a:r>
              <a:rPr lang="en-US" sz="2000" dirty="0">
                <a:solidFill>
                  <a:schemeClr val="bg1"/>
                </a:solidFill>
                <a:latin typeface="Georgi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Bad programmers worry about the code. Good programmers worry about data structures and - Linus Torvalds | Quotation.io</a:t>
            </a:r>
          </a:p>
          <a:p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Article : </a:t>
            </a:r>
            <a:r>
              <a:rPr lang="en-US" sz="2000" dirty="0">
                <a:solidFill>
                  <a:schemeClr val="bg1"/>
                </a:solidFill>
                <a:latin typeface="Georgi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Cornell Virtual Workshop: An Introduction to Linux</a:t>
            </a:r>
            <a:endParaRPr lang="en-US" sz="2000">
              <a:solidFill>
                <a:schemeClr val="bg1"/>
              </a:solidFill>
              <a:latin typeface="Georgia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Torvalds, L. (2001). </a:t>
            </a:r>
            <a:r>
              <a:rPr lang="en-US" sz="2000" i="1" dirty="0">
                <a:solidFill>
                  <a:schemeClr val="bg1"/>
                </a:solidFill>
                <a:latin typeface="Georgia"/>
                <a:cs typeface="Arial"/>
              </a:rPr>
              <a:t>Just for fun: The story of an accidental revolutionary</a:t>
            </a:r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. Harper Audio.</a:t>
            </a:r>
          </a:p>
          <a:p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Corbet, J., Rubini, A., &amp; Kroah-Hartman, G. (2005). </a:t>
            </a:r>
            <a:r>
              <a:rPr lang="en-US" sz="2000" i="1" dirty="0">
                <a:solidFill>
                  <a:schemeClr val="bg1"/>
                </a:solidFill>
                <a:latin typeface="Georgia"/>
                <a:cs typeface="Arial"/>
              </a:rPr>
              <a:t>Linux device drivers</a:t>
            </a:r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. " O'Reilly Media, Inc.".</a:t>
            </a:r>
          </a:p>
          <a:p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Raymond, E. (1999). The cathedral and the bazaar. </a:t>
            </a:r>
            <a:r>
              <a:rPr lang="en-US" sz="1800" i="1" dirty="0">
                <a:solidFill>
                  <a:schemeClr val="bg1"/>
                </a:solidFill>
                <a:latin typeface="Georgia"/>
                <a:cs typeface="Arial"/>
              </a:rPr>
              <a:t>Knowledge, Technology &amp; Policy</a:t>
            </a:r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, </a:t>
            </a:r>
            <a:r>
              <a:rPr lang="en-US" sz="1800" i="1" dirty="0">
                <a:solidFill>
                  <a:schemeClr val="bg1"/>
                </a:solidFill>
                <a:latin typeface="Georgia"/>
                <a:cs typeface="Arial"/>
              </a:rPr>
              <a:t>12</a:t>
            </a:r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(3), 23-49.</a:t>
            </a:r>
          </a:p>
          <a:p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Scacchi, W. (2004). Free and open source development practices in the game community. </a:t>
            </a:r>
            <a:r>
              <a:rPr lang="en-US" sz="1800" i="1" dirty="0">
                <a:solidFill>
                  <a:schemeClr val="bg1"/>
                </a:solidFill>
                <a:latin typeface="Georgia"/>
                <a:cs typeface="Arial"/>
              </a:rPr>
              <a:t>IEEE software</a:t>
            </a:r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, </a:t>
            </a:r>
            <a:r>
              <a:rPr lang="en-US" sz="1800" i="1" dirty="0">
                <a:solidFill>
                  <a:schemeClr val="bg1"/>
                </a:solidFill>
                <a:latin typeface="Georgia"/>
                <a:cs typeface="Arial"/>
              </a:rPr>
              <a:t>21</a:t>
            </a:r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(1), 59-66.</a:t>
            </a:r>
          </a:p>
          <a:p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Abbott, D. (2017). </a:t>
            </a:r>
            <a:r>
              <a:rPr lang="en-US" sz="1800" i="1" dirty="0">
                <a:solidFill>
                  <a:schemeClr val="bg1"/>
                </a:solidFill>
                <a:latin typeface="Georgia"/>
                <a:cs typeface="Arial"/>
              </a:rPr>
              <a:t>Linux for embedded and real-time applications</a:t>
            </a:r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. </a:t>
            </a:r>
            <a:r>
              <a:rPr lang="en-US" sz="1800" err="1">
                <a:solidFill>
                  <a:schemeClr val="bg1"/>
                </a:solidFill>
                <a:latin typeface="Georgia"/>
                <a:cs typeface="Arial"/>
              </a:rPr>
              <a:t>Newnes</a:t>
            </a:r>
            <a:r>
              <a:rPr lang="en-US" sz="1800" dirty="0">
                <a:solidFill>
                  <a:schemeClr val="bg1"/>
                </a:solidFill>
                <a:latin typeface="Georgia"/>
                <a:cs typeface="Arial"/>
              </a:rPr>
              <a:t>.</a:t>
            </a:r>
            <a:endParaRPr lang="en-US" sz="1800">
              <a:solidFill>
                <a:schemeClr val="bg1"/>
              </a:solidFill>
              <a:latin typeface="Georgia"/>
              <a:cs typeface="Arial"/>
            </a:endParaRPr>
          </a:p>
          <a:p>
            <a:r>
              <a:rPr lang="en-US" sz="2000" dirty="0">
                <a:solidFill>
                  <a:schemeClr val="bg1"/>
                </a:solidFill>
                <a:latin typeface="Georgia"/>
                <a:cs typeface="Arial"/>
              </a:rPr>
              <a:t>Part 3: </a:t>
            </a:r>
            <a:r>
              <a:rPr lang="en-US" sz="2000" dirty="0">
                <a:solidFill>
                  <a:schemeClr val="bg1"/>
                </a:solidFill>
                <a:latin typeface="Georg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Desktop Operating System Market Share Worldwide | Statcounter Global Stats</a:t>
            </a:r>
          </a:p>
          <a:p>
            <a:r>
              <a:rPr lang="en-US" sz="2000" dirty="0">
                <a:solidFill>
                  <a:schemeClr val="bg1"/>
                </a:solidFill>
                <a:latin typeface="Georgia"/>
              </a:rPr>
              <a:t>Part 6 : </a:t>
            </a:r>
            <a:r>
              <a:rPr lang="en-US" sz="2000" dirty="0">
                <a:solidFill>
                  <a:schemeClr val="bg1"/>
                </a:solidFill>
                <a:latin typeface="Georgi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Selecting the Perfect OS for Your PC in 2025 » PcMobiTech</a:t>
            </a:r>
          </a:p>
          <a:p>
            <a:pPr lvl="1"/>
            <a:endParaRPr lang="en-US" sz="1600" dirty="0">
              <a:solidFill>
                <a:schemeClr val="bg1"/>
              </a:solidFill>
              <a:latin typeface="Georgia"/>
              <a:cs typeface="Arial"/>
            </a:endParaRPr>
          </a:p>
          <a:p>
            <a:endParaRPr lang="en-US" sz="6000" dirty="0">
              <a:solidFill>
                <a:schemeClr val="bg1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47545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628</Words>
  <Application>Microsoft Office PowerPoint</Application>
  <PresentationFormat>Grand écran</PresentationFormat>
  <Paragraphs>63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Georgia</vt:lpstr>
      <vt:lpstr>Thème Office</vt:lpstr>
      <vt:lpstr>Présentation PowerPoint</vt:lpstr>
      <vt:lpstr>Summary</vt:lpstr>
      <vt:lpstr>History</vt:lpstr>
      <vt:lpstr>Linux’s Distribution </vt:lpstr>
      <vt:lpstr>Difference between Linux and other OS</vt:lpstr>
      <vt:lpstr>Benefits and deficits</vt:lpstr>
      <vt:lpstr>Applications in our lives</vt:lpstr>
      <vt:lpstr>Comparaison</vt:lpstr>
      <vt:lpstr>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CAI</dc:creator>
  <cp:lastModifiedBy>Laurent CAI</cp:lastModifiedBy>
  <cp:revision>210</cp:revision>
  <dcterms:created xsi:type="dcterms:W3CDTF">2025-09-24T15:50:49Z</dcterms:created>
  <dcterms:modified xsi:type="dcterms:W3CDTF">2025-11-26T07:18:00Z</dcterms:modified>
</cp:coreProperties>
</file>